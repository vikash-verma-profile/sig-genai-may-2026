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923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8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282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36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98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412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50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89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746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5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3143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124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Coding Assistants for Data Engineers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Claude Code, GitHub Copilot, Cursor IDE, CoWork, Windsurf, Replit Agent</a:t>
            </a:r>
          </a:p>
          <a:p>
            <a:r>
              <a:t>Prompting &amp; TDD approaches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Claude Code (CLI Agent)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Terminal-based coding assistant</a:t>
            </a:r>
          </a:p>
          <a:p>
            <a:r>
              <a:t>• Supports repo-level context</a:t>
            </a:r>
          </a:p>
          <a:p>
            <a:r>
              <a:t>• Automates tasks like refactoring, debugging</a:t>
            </a:r>
          </a:p>
          <a:p>
            <a:r>
              <a:t>• Workflow: prompt → analyze → modify → 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Claude Code Setup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Install CLI tool</a:t>
            </a:r>
          </a:p>
          <a:p>
            <a:r>
              <a:t>• Authenticate API key</a:t>
            </a:r>
          </a:p>
          <a:p>
            <a:r>
              <a:t>• Run commands on repo</a:t>
            </a:r>
          </a:p>
          <a:p>
            <a:r>
              <a:t>• Use prompts like: 'Refactor this module'</a:t>
            </a:r>
          </a:p>
          <a:p>
            <a:r>
              <a:t>• Review diff before applying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Copilot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Inline code suggestions</a:t>
            </a:r>
          </a:p>
          <a:p>
            <a:r>
              <a:t>• Copilot Chat for explanations</a:t>
            </a:r>
          </a:p>
          <a:p>
            <a:r>
              <a:t>• Works inside VS Code, JetBrains</a:t>
            </a:r>
          </a:p>
          <a:p>
            <a:r>
              <a:t>• Supports multiple languages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Write clear comments</a:t>
            </a:r>
          </a:p>
          <a:p>
            <a:r>
              <a:t>• Use Copilot Chat for debugging</a:t>
            </a:r>
          </a:p>
          <a:p>
            <a:r>
              <a:t>• Validate generated code</a:t>
            </a:r>
          </a:p>
          <a:p>
            <a:r>
              <a:t>• Combine with unit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Cursor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AI-first IDE</a:t>
            </a:r>
          </a:p>
          <a:p>
            <a:r>
              <a:t>• Multi-file context understanding</a:t>
            </a:r>
          </a:p>
          <a:p>
            <a:r>
              <a:t>• Codebase Q&amp;A</a:t>
            </a:r>
          </a:p>
          <a:p>
            <a:r>
              <a:t>• Refactor entire modules using prompts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Cursor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legacy code</a:t>
            </a:r>
          </a:p>
          <a:p>
            <a:r>
              <a:t>• Generate APIs</a:t>
            </a:r>
          </a:p>
          <a:p>
            <a:r>
              <a:t>• Modify multiple files</a:t>
            </a:r>
          </a:p>
          <a:p>
            <a:r>
              <a:t>• Ask: 'Explain this service flow'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CoWork by Anthropic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Desktop automation agent</a:t>
            </a:r>
          </a:p>
          <a:p>
            <a:r>
              <a:t>• Automates workflows (ETL ops, scripts)</a:t>
            </a:r>
          </a:p>
          <a:p>
            <a:r>
              <a:t>• Can interact with system tasks</a:t>
            </a:r>
          </a:p>
          <a:p>
            <a:r>
              <a:t>• Useful for DE pipelines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Windsurf IDE &amp; Replit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Windsurf: collaborative AI coding</a:t>
            </a:r>
          </a:p>
          <a:p>
            <a:r>
              <a:t>• Replit Agent: deploy apps via prompts</a:t>
            </a:r>
          </a:p>
          <a:p>
            <a:r>
              <a:t>• Cloud-based dev environments</a:t>
            </a:r>
          </a:p>
          <a:p>
            <a:r>
              <a:t>• Rapid prototyping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Effective Prompting in 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 specific (input/output)</a:t>
            </a:r>
          </a:p>
          <a:p>
            <a:r>
              <a:t>• Provide schema/context</a:t>
            </a:r>
          </a:p>
          <a:p>
            <a:r>
              <a:t>• Ask for structured output</a:t>
            </a:r>
          </a:p>
          <a:p>
            <a:r>
              <a:t>• Iterate prompts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Example (Data 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 as a Data Engineer</a:t>
            </a:r>
          </a:p>
          <a:p>
            <a:r>
              <a:t>Input: orders table</a:t>
            </a:r>
          </a:p>
          <a:p>
            <a:r>
              <a:t>Task: optimize query</a:t>
            </a:r>
          </a:p>
          <a:p>
            <a:r>
              <a:t>Output: SQL + explanation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Prompt-Driven TDD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Write tests first</a:t>
            </a:r>
          </a:p>
          <a:p>
            <a:r>
              <a:t>• Define expected output</a:t>
            </a:r>
          </a:p>
          <a:p>
            <a:r>
              <a:t>• Generate implementation via prompt</a:t>
            </a:r>
          </a:p>
          <a:p>
            <a:r>
              <a:t>• Validate via test cases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TDD Workflow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Define test cases</a:t>
            </a:r>
          </a:p>
          <a:p>
            <a:r>
              <a:t>2. Prompt AI for solution</a:t>
            </a:r>
          </a:p>
          <a:p>
            <a:r>
              <a:t>3. Run tests</a:t>
            </a:r>
          </a:p>
          <a:p>
            <a:r>
              <a:t>4. Refine code</a:t>
            </a:r>
          </a:p>
          <a:p>
            <a:r>
              <a:t>5. Iterate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AI + TDD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development</a:t>
            </a:r>
          </a:p>
          <a:p>
            <a:r>
              <a:t>• Reduced bugs</a:t>
            </a:r>
          </a:p>
          <a:p>
            <a:r>
              <a:t>• Better design</a:t>
            </a:r>
          </a:p>
          <a:p>
            <a:r>
              <a:t>• Maintainable 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coding assistants boost productivity</a:t>
            </a:r>
          </a:p>
          <a:p>
            <a:r>
              <a:t>Combine prompting + TDD for best results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353</Words>
  <Application>Microsoft Office PowerPoint</Application>
  <PresentationFormat>On-screen Show (4:3)</PresentationFormat>
  <Paragraphs>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Tw Cen MT</vt:lpstr>
      <vt:lpstr>Tw Cen MT Condensed</vt:lpstr>
      <vt:lpstr>Wingdings 3</vt:lpstr>
      <vt:lpstr>Integral</vt:lpstr>
      <vt:lpstr>AI Coding Assistants for Data Engineers</vt:lpstr>
      <vt:lpstr>Claude Code (CLI Agent)</vt:lpstr>
      <vt:lpstr>Claude Code Setup &amp; Workflow</vt:lpstr>
      <vt:lpstr>GitHub Copilot Overview</vt:lpstr>
      <vt:lpstr>Copilot Best Practices</vt:lpstr>
      <vt:lpstr>Cursor IDE</vt:lpstr>
      <vt:lpstr>Cursor Use Cases</vt:lpstr>
      <vt:lpstr>CoWork by Anthropic</vt:lpstr>
      <vt:lpstr>Windsurf IDE &amp; Replit Agent</vt:lpstr>
      <vt:lpstr>Effective Prompting in IDEs</vt:lpstr>
      <vt:lpstr>Prompt Example (Data Engineering)</vt:lpstr>
      <vt:lpstr>Prompt-Driven TDD</vt:lpstr>
      <vt:lpstr>TDD Workflow with AI</vt:lpstr>
      <vt:lpstr>Benefits of AI + TDD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2026-04-29T03:51:33Z</dcterms:modified>
  <cp:category/>
</cp:coreProperties>
</file>