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0341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99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4582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213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940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06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1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84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321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144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484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7364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AI-Powered Data Governance, Lineage &amp; Metadata Automation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Vikash Verma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Understand automated lineage extraction</a:t>
            </a:r>
          </a:p>
          <a:p>
            <a:r>
              <a:t>Generate metadata and glossary entries using AI</a:t>
            </a:r>
          </a:p>
          <a:p>
            <a:r>
              <a:t>Implement PII detection workflows</a:t>
            </a:r>
          </a:p>
          <a:p>
            <a:r>
              <a:t>Create AI-generated governance policies</a:t>
            </a:r>
          </a:p>
          <a:p>
            <a:r>
              <a:t>Integrate governance platforms with LLMs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Automated Lineage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Extract lineage from SQL and dbt code</a:t>
            </a:r>
          </a:p>
          <a:p>
            <a:r>
              <a:t>Track upstream/downstream dependencies</a:t>
            </a:r>
          </a:p>
          <a:p>
            <a:r>
              <a:t>Generate lineage graphs automatically</a:t>
            </a:r>
          </a:p>
          <a:p>
            <a:r>
              <a:t>Enable impact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SQL-Based Lineage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SELECT statements</a:t>
            </a:r>
          </a:p>
          <a:p>
            <a:r>
              <a:t>Parse JOIN operations</a:t>
            </a:r>
          </a:p>
          <a:p>
            <a:r>
              <a:t>Track CTE dependencies</a:t>
            </a:r>
          </a:p>
          <a:p>
            <a:r>
              <a:t>Generate transformation flow maps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dbt Lineage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dbt DAGs</a:t>
            </a:r>
          </a:p>
          <a:p>
            <a:r>
              <a:t>Parse models and sources</a:t>
            </a:r>
          </a:p>
          <a:p>
            <a:r>
              <a:t>Track transformations</a:t>
            </a:r>
          </a:p>
          <a:p>
            <a:r>
              <a:t>Generate dependency relationships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 Capabilities in Lineage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Understand SQL semantics</a:t>
            </a:r>
          </a:p>
          <a:p>
            <a:r>
              <a:t>Extract business logic</a:t>
            </a:r>
          </a:p>
          <a:p>
            <a:r>
              <a:t>Generate column-level lineage</a:t>
            </a:r>
          </a:p>
          <a:p>
            <a:r>
              <a:t>Infer hidden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Metadata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Store table descriptions</a:t>
            </a:r>
          </a:p>
          <a:p>
            <a:r>
              <a:t>Track dataset ownership</a:t>
            </a:r>
          </a:p>
          <a:p>
            <a:r>
              <a:t>Maintain SLA information</a:t>
            </a:r>
          </a:p>
          <a:p>
            <a:r>
              <a:t>Apply governance tags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AI-Powered Metadata Tagging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 business tags</a:t>
            </a:r>
          </a:p>
          <a:p>
            <a:r>
              <a:t>Apply sensitivity labels</a:t>
            </a:r>
          </a:p>
          <a:p>
            <a:r>
              <a:t>Classify datasets automatically</a:t>
            </a:r>
          </a:p>
          <a:p>
            <a:r>
              <a:t>Enhance discoverability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Glossary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 business definitions</a:t>
            </a:r>
          </a:p>
          <a:p>
            <a:r>
              <a:t>Standardize terminology</a:t>
            </a:r>
          </a:p>
          <a:p>
            <a:r>
              <a:t>Improve governance consistency</a:t>
            </a:r>
          </a:p>
          <a:p>
            <a:r>
              <a:t>Automate glossary updates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PII and Sensitive Data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personal data</a:t>
            </a:r>
          </a:p>
          <a:p>
            <a:r>
              <a:t>Classify sensitive records</a:t>
            </a:r>
          </a:p>
          <a:p>
            <a:r>
              <a:t>Monitor confidential information</a:t>
            </a:r>
          </a:p>
          <a:p>
            <a:r>
              <a:t>Apply governance policies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PII Detection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Regex-based detection</a:t>
            </a:r>
          </a:p>
          <a:p>
            <a:r>
              <a:t>NLP-based classification</a:t>
            </a:r>
          </a:p>
          <a:p>
            <a:r>
              <a:t>LLM semantic understanding</a:t>
            </a:r>
          </a:p>
          <a:p>
            <a:r>
              <a:t>Context-aware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Sensitive Data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Public</a:t>
            </a:r>
          </a:p>
          <a:p>
            <a:r>
              <a:t>Internal</a:t>
            </a:r>
          </a:p>
          <a:p>
            <a:r>
              <a:t>Confidential</a:t>
            </a:r>
          </a:p>
          <a:p>
            <a:r>
              <a:t>Restricted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AI-Generated Governance Policies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 retention policies</a:t>
            </a:r>
          </a:p>
          <a:p>
            <a:r>
              <a:t>Define access controls</a:t>
            </a:r>
          </a:p>
          <a:p>
            <a:r>
              <a:t>Create classification rules</a:t>
            </a:r>
          </a:p>
          <a:p>
            <a:r>
              <a:t>Draft compliance documents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AI-Driven Catalogue Enrichment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 dataset descriptions</a:t>
            </a:r>
          </a:p>
          <a:p>
            <a:r>
              <a:t>Suggest owners</a:t>
            </a:r>
          </a:p>
          <a:p>
            <a:r>
              <a:t>Apply SLA recommendations</a:t>
            </a:r>
          </a:p>
          <a:p>
            <a:r>
              <a:t>Add metadata tags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AI-Generated Dataset Descriptions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Summarize dataset purpose</a:t>
            </a:r>
          </a:p>
          <a:p>
            <a:r>
              <a:t>Explain column usage</a:t>
            </a:r>
          </a:p>
          <a:p>
            <a:r>
              <a:t>Describe business context</a:t>
            </a:r>
          </a:p>
          <a:p>
            <a:r>
              <a:t>Improve searchability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Ownership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Git history</a:t>
            </a:r>
          </a:p>
          <a:p>
            <a:r>
              <a:t>Monitor query logs</a:t>
            </a:r>
          </a:p>
          <a:p>
            <a:r>
              <a:t>Track access patterns</a:t>
            </a:r>
          </a:p>
          <a:p>
            <a:r>
              <a:t>Infer responsible teams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 Recommendation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Suggest refresh frequency</a:t>
            </a:r>
          </a:p>
          <a:p>
            <a:r>
              <a:t>Recommend availability targets</a:t>
            </a:r>
          </a:p>
          <a:p>
            <a:r>
              <a:t>Estimate retention periods</a:t>
            </a:r>
          </a:p>
          <a:p>
            <a:r>
              <a:t>Improve governance visibility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Regulatory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GDPR</a:t>
            </a:r>
          </a:p>
          <a:p>
            <a:r>
              <a:t>HIPAA</a:t>
            </a:r>
          </a:p>
          <a:p>
            <a:r>
              <a:t>SOC2</a:t>
            </a:r>
          </a:p>
          <a:p>
            <a:r>
              <a:t>PCI DSS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GDPR with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personal data</a:t>
            </a:r>
          </a:p>
          <a:p>
            <a:r>
              <a:t>Monitor retention compliance</a:t>
            </a:r>
          </a:p>
          <a:p>
            <a:r>
              <a:t>Enable right-to-delete workflows</a:t>
            </a:r>
          </a:p>
          <a:p>
            <a:r>
              <a:t>Generate compliance reports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HIPAA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Protect healthcare information</a:t>
            </a:r>
          </a:p>
          <a:p>
            <a:r>
              <a:t>Detect PHI automatically</a:t>
            </a:r>
          </a:p>
          <a:p>
            <a:r>
              <a:t>Monitor healthcare access</a:t>
            </a:r>
          </a:p>
          <a:p>
            <a:r>
              <a:t>Generate audit trails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SOC2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Ensure confidentiality</a:t>
            </a:r>
          </a:p>
          <a:p>
            <a:r>
              <a:t>Monitor system security</a:t>
            </a:r>
          </a:p>
          <a:p>
            <a:r>
              <a:t>Track integrity controls</a:t>
            </a:r>
          </a:p>
          <a:p>
            <a:r>
              <a:t>Support audit readiness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AI-Assisted Compliance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policy violations</a:t>
            </a:r>
          </a:p>
          <a:p>
            <a:r>
              <a:t>Identify unauthorized access</a:t>
            </a:r>
          </a:p>
          <a:p>
            <a:r>
              <a:t>Monitor encryption coverage</a:t>
            </a:r>
          </a:p>
          <a:p>
            <a:r>
              <a:t>Generate compliance alerts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DataHub</a:t>
            </a:r>
          </a:p>
          <a:p>
            <a:r>
              <a:t>OpenMetadata</a:t>
            </a:r>
          </a:p>
          <a:p>
            <a:r>
              <a:t>Collibra</a:t>
            </a:r>
          </a:p>
          <a:p>
            <a:r>
              <a:t>Microsoft Purview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DataHub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Connect metadata sources</a:t>
            </a:r>
          </a:p>
          <a:p>
            <a:r>
              <a:t>Enable AI tagging</a:t>
            </a:r>
          </a:p>
          <a:p>
            <a:r>
              <a:t>Generate lineage automatically</a:t>
            </a:r>
          </a:p>
          <a:p>
            <a:r>
              <a:t>Improve metadata discovery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OpenMetadata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 descriptions</a:t>
            </a:r>
          </a:p>
          <a:p>
            <a:r>
              <a:t>Enable AI search</a:t>
            </a:r>
          </a:p>
          <a:p>
            <a:r>
              <a:t>Detect PII</a:t>
            </a:r>
          </a:p>
          <a:p>
            <a:r>
              <a:t>Enhance lineage tracking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Collibra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 glossary terms</a:t>
            </a:r>
          </a:p>
          <a:p>
            <a:r>
              <a:t>Recommend governance policies</a:t>
            </a:r>
          </a:p>
          <a:p>
            <a:r>
              <a:t>Classify datasets</a:t>
            </a:r>
          </a:p>
          <a:p>
            <a:r>
              <a:t>Automate compliance workflows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 Layer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Metadata connectors</a:t>
            </a:r>
          </a:p>
          <a:p>
            <a:r>
              <a:t>Vector databases</a:t>
            </a:r>
          </a:p>
          <a:p>
            <a:r>
              <a:t>LLM reasoning engine</a:t>
            </a:r>
          </a:p>
          <a:p>
            <a:r>
              <a:t>Governance APIs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RAG for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Retrieve governance policies</a:t>
            </a:r>
          </a:p>
          <a:p>
            <a:r>
              <a:t>Enable semantic search</a:t>
            </a:r>
          </a:p>
          <a:p>
            <a:r>
              <a:t>Answer compliance questions</a:t>
            </a:r>
          </a:p>
          <a:p>
            <a:r>
              <a:t>Improve governance insights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Reduced manual effort</a:t>
            </a:r>
          </a:p>
          <a:p>
            <a:r>
              <a:t>Improved compliance</a:t>
            </a:r>
          </a:p>
          <a:p>
            <a:r>
              <a:t>Faster metadata onboarding</a:t>
            </a:r>
          </a:p>
          <a:p>
            <a:r>
              <a:t>Better governance visibility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Hallucinated metadata</a:t>
            </a:r>
          </a:p>
          <a:p>
            <a:r>
              <a:t>Incorrect classifications</a:t>
            </a:r>
          </a:p>
          <a:p>
            <a:r>
              <a:t>Compliance risks</a:t>
            </a:r>
          </a:p>
          <a:p>
            <a:r>
              <a:t>Privacy concerns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Human approval workflows</a:t>
            </a:r>
          </a:p>
          <a:p>
            <a:r>
              <a:t>Audit logging</a:t>
            </a:r>
          </a:p>
          <a:p>
            <a:r>
              <a:t>RBAC enforcement</a:t>
            </a:r>
          </a:p>
          <a:p>
            <a:r>
              <a:t>Continuous validation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AI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Autonomous governance agents</a:t>
            </a:r>
          </a:p>
          <a:p>
            <a:r>
              <a:t>AI-native catalogues</a:t>
            </a:r>
          </a:p>
          <a:p>
            <a:r>
              <a:t>Real-time compliance</a:t>
            </a:r>
          </a:p>
          <a:p>
            <a:r>
              <a:t>Intelligent lineage graphs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442</Words>
  <Application>Microsoft Office PowerPoint</Application>
  <PresentationFormat>On-screen Show (4:3)</PresentationFormat>
  <Paragraphs>158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Tw Cen MT</vt:lpstr>
      <vt:lpstr>Tw Cen MT Condensed</vt:lpstr>
      <vt:lpstr>Wingdings 3</vt:lpstr>
      <vt:lpstr>Integral</vt:lpstr>
      <vt:lpstr>AI-Powered Data Governance, Lineage &amp; Metadata Automation</vt:lpstr>
      <vt:lpstr>Learning Objectives</vt:lpstr>
      <vt:lpstr>Automated Lineage Extraction</vt:lpstr>
      <vt:lpstr>SQL-Based Lineage Extraction</vt:lpstr>
      <vt:lpstr>dbt Lineage Extraction</vt:lpstr>
      <vt:lpstr>LLM Capabilities in Lineage</vt:lpstr>
      <vt:lpstr>Metadata Management</vt:lpstr>
      <vt:lpstr>AI-Powered Metadata Tagging</vt:lpstr>
      <vt:lpstr>Business Glossary Generation</vt:lpstr>
      <vt:lpstr>PII and Sensitive Data Discovery</vt:lpstr>
      <vt:lpstr>PII Detection Techniques</vt:lpstr>
      <vt:lpstr>Sensitive Data Classification</vt:lpstr>
      <vt:lpstr>AI-Generated Governance Policies</vt:lpstr>
      <vt:lpstr>AI-Driven Catalogue Enrichment</vt:lpstr>
      <vt:lpstr>AI-Generated Dataset Descriptions</vt:lpstr>
      <vt:lpstr>Ownership Detection</vt:lpstr>
      <vt:lpstr>SLA Recommendation Engine</vt:lpstr>
      <vt:lpstr>Regulatory Compliance</vt:lpstr>
      <vt:lpstr>GDPR with AI</vt:lpstr>
      <vt:lpstr>HIPAA Compliance</vt:lpstr>
      <vt:lpstr>SOC2 Compliance</vt:lpstr>
      <vt:lpstr>AI-Assisted Compliance Monitoring</vt:lpstr>
      <vt:lpstr>Governance Platforms</vt:lpstr>
      <vt:lpstr>DataHub Integration</vt:lpstr>
      <vt:lpstr>OpenMetadata Integration</vt:lpstr>
      <vt:lpstr>Collibra + AI</vt:lpstr>
      <vt:lpstr>LLM Layer Architecture</vt:lpstr>
      <vt:lpstr>RAG for Governance</vt:lpstr>
      <vt:lpstr>Enterprise Benefits</vt:lpstr>
      <vt:lpstr>Challenges &amp; Risks</vt:lpstr>
      <vt:lpstr>Best Practices</vt:lpstr>
      <vt:lpstr>Future of AI Governance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3</cp:revision>
  <dcterms:created xsi:type="dcterms:W3CDTF">2013-01-27T09:14:16Z</dcterms:created>
  <dcterms:modified xsi:type="dcterms:W3CDTF">2026-05-11T04:23:27Z</dcterms:modified>
  <cp:category/>
</cp:coreProperties>
</file>