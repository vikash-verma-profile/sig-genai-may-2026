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53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3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5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3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5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7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38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1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59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96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Self-Healing AI Data Platforms &amp; Autonomous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self-healing architectures</a:t>
            </a:r>
          </a:p>
          <a:p>
            <a:r>
              <a:t>Build RAG-powered analytics</a:t>
            </a:r>
          </a:p>
          <a:p>
            <a:r>
              <a:t>Generate AI narrative reports</a:t>
            </a:r>
          </a:p>
          <a:p>
            <a:r>
              <a:t>Implement AI-assisted MLOps</a:t>
            </a:r>
          </a:p>
          <a:p>
            <a:r>
              <a:t>Design drift detection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failures automatically</a:t>
            </a:r>
          </a:p>
          <a:p>
            <a:r>
              <a:t>Diagnose root causes</a:t>
            </a:r>
          </a:p>
          <a:p>
            <a:r>
              <a:t>Apply automated fixes</a:t>
            </a:r>
          </a:p>
          <a:p>
            <a:r>
              <a:t>Verify recovery</a:t>
            </a:r>
          </a:p>
          <a:p>
            <a:r>
              <a:t>Alert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Pipeline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monitoring</a:t>
            </a:r>
          </a:p>
          <a:p>
            <a:r>
              <a:t>Slow remediation</a:t>
            </a:r>
          </a:p>
          <a:p>
            <a:r>
              <a:t>Alert fatigue</a:t>
            </a:r>
          </a:p>
          <a:p>
            <a:r>
              <a:t>Operational overhead</a:t>
            </a:r>
          </a:p>
          <a:p>
            <a:r>
              <a:t>Hidden root causes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failure</a:t>
            </a:r>
          </a:p>
          <a:p>
            <a:r>
              <a:t>Diagnose issue</a:t>
            </a:r>
          </a:p>
          <a:p>
            <a:r>
              <a:t>Select remediation</a:t>
            </a:r>
          </a:p>
          <a:p>
            <a:r>
              <a:t>Apply fix</a:t>
            </a:r>
          </a:p>
          <a:p>
            <a:r>
              <a:t>Verify output</a:t>
            </a:r>
          </a:p>
          <a:p>
            <a:r>
              <a:t>Generate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logs</a:t>
            </a:r>
          </a:p>
          <a:p>
            <a:r>
              <a:t>Track SLA breaches</a:t>
            </a:r>
          </a:p>
          <a:p>
            <a:r>
              <a:t>Detect validation failures</a:t>
            </a:r>
          </a:p>
          <a:p>
            <a:r>
              <a:t>Analyze execution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Failure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 recognition</a:t>
            </a:r>
          </a:p>
          <a:p>
            <a:r>
              <a:t>Anomaly detection</a:t>
            </a:r>
          </a:p>
          <a:p>
            <a:r>
              <a:t>Behavioral analysis</a:t>
            </a:r>
          </a:p>
          <a:p>
            <a:r>
              <a:t>Predictive issue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 analysis</a:t>
            </a:r>
          </a:p>
          <a:p>
            <a:r>
              <a:t>Failure categorization</a:t>
            </a:r>
          </a:p>
          <a:p>
            <a:r>
              <a:t>Severity scoring</a:t>
            </a:r>
          </a:p>
          <a:p>
            <a:r>
              <a:t>Recovery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Fix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Restart jobs</a:t>
            </a:r>
          </a:p>
          <a:p>
            <a:r>
              <a:t>Apply schema updates</a:t>
            </a:r>
          </a:p>
          <a:p>
            <a:r>
              <a:t>Reprocess failed files</a:t>
            </a:r>
          </a:p>
          <a:p>
            <a:r>
              <a:t>Adjust thresholds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row counts</a:t>
            </a:r>
          </a:p>
          <a:p>
            <a:r>
              <a:t>Check SLA compliance</a:t>
            </a:r>
          </a:p>
          <a:p>
            <a:r>
              <a:t>Verify data quality</a:t>
            </a:r>
          </a:p>
          <a:p>
            <a:r>
              <a:t>Confirm successful recovery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 scoring</a:t>
            </a:r>
          </a:p>
          <a:p>
            <a:r>
              <a:t>Context-aware routing</a:t>
            </a:r>
          </a:p>
          <a:p>
            <a:r>
              <a:t>Incident summaries</a:t>
            </a:r>
          </a:p>
          <a:p>
            <a:r>
              <a:t>Reduced alert fatigue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Incident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alerts</a:t>
            </a:r>
          </a:p>
          <a:p>
            <a:r>
              <a:t>Runbook lookup</a:t>
            </a:r>
          </a:p>
          <a:p>
            <a:r>
              <a:t>Root-cause summaries</a:t>
            </a:r>
          </a:p>
          <a:p>
            <a:r>
              <a:t>Automated remediation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historical fixes</a:t>
            </a:r>
          </a:p>
          <a:p>
            <a:r>
              <a:t>Suggest remediation steps</a:t>
            </a:r>
          </a:p>
          <a:p>
            <a:r>
              <a:t>Automate escalation</a:t>
            </a:r>
          </a:p>
          <a:p>
            <a:r>
              <a:t>Improve incident resolution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RAG-Powered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</a:t>
            </a:r>
          </a:p>
          <a:p>
            <a:r>
              <a:t>Enterprise knowledge retrieval</a:t>
            </a:r>
          </a:p>
          <a:p>
            <a:r>
              <a:t>Natural language analytics</a:t>
            </a:r>
          </a:p>
          <a:p>
            <a:r>
              <a:t>Reduced hallucinations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question</a:t>
            </a:r>
          </a:p>
          <a:p>
            <a:r>
              <a:t>Retriever searches data</a:t>
            </a:r>
          </a:p>
          <a:p>
            <a:r>
              <a:t>LLM analyzes context</a:t>
            </a:r>
          </a:p>
          <a:p>
            <a:r>
              <a:t>Generate natural language response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data warehouses using English</a:t>
            </a:r>
          </a:p>
          <a:p>
            <a:r>
              <a:t>Analyze trends</a:t>
            </a:r>
          </a:p>
          <a:p>
            <a:r>
              <a:t>Generate business insights</a:t>
            </a:r>
          </a:p>
          <a:p>
            <a:r>
              <a:t>Improve accessibility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Cortex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services within Snowflake</a:t>
            </a:r>
          </a:p>
          <a:p>
            <a:r>
              <a:t>Natural language querying</a:t>
            </a:r>
          </a:p>
          <a:p>
            <a:r>
              <a:t>AI summarization</a:t>
            </a:r>
          </a:p>
          <a:p>
            <a:r>
              <a:t>Embeddings and classification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Narrative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summaries from dashboards</a:t>
            </a:r>
          </a:p>
          <a:p>
            <a:r>
              <a:t>Explain trends automatically</a:t>
            </a:r>
          </a:p>
          <a:p>
            <a:r>
              <a:t>Produce executive reports</a:t>
            </a:r>
          </a:p>
          <a:p>
            <a:r>
              <a:t>Improve reporting speed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Reporting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metrics</a:t>
            </a:r>
          </a:p>
          <a:p>
            <a:r>
              <a:t>Snowflake Cortex analysis</a:t>
            </a:r>
          </a:p>
          <a:p>
            <a:r>
              <a:t>Narrative generation</a:t>
            </a:r>
          </a:p>
          <a:p>
            <a:r>
              <a:t>Business report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Narrative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Executive-friendly summaries</a:t>
            </a:r>
          </a:p>
          <a:p>
            <a:r>
              <a:t>Reduced manual reporting</a:t>
            </a:r>
          </a:p>
          <a:p>
            <a:r>
              <a:t>Faster insights</a:t>
            </a:r>
          </a:p>
          <a:p>
            <a:r>
              <a:t>Improved accessibility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ML lifecycle</a:t>
            </a:r>
          </a:p>
          <a:p>
            <a:r>
              <a:t>Monitor models</a:t>
            </a:r>
          </a:p>
          <a:p>
            <a:r>
              <a:t>Automate retraining</a:t>
            </a:r>
          </a:p>
          <a:p>
            <a:r>
              <a:t>Track performance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Drift monitoring</a:t>
            </a:r>
          </a:p>
          <a:p>
            <a:r>
              <a:t>Automated retraining</a:t>
            </a:r>
          </a:p>
          <a:p>
            <a:r>
              <a:t>Performance analysis</a:t>
            </a:r>
          </a:p>
          <a:p>
            <a:r>
              <a:t>AI-driven governance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Retraining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degradation</a:t>
            </a:r>
          </a:p>
          <a:p>
            <a:r>
              <a:t>Data drift</a:t>
            </a:r>
          </a:p>
          <a:p>
            <a:r>
              <a:t>Schema changes</a:t>
            </a:r>
          </a:p>
          <a:p>
            <a:r>
              <a:t>Performance issues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Retraining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models</a:t>
            </a:r>
          </a:p>
          <a:p>
            <a:r>
              <a:t>Detect drift</a:t>
            </a:r>
          </a:p>
          <a:p>
            <a:r>
              <a:t>Trigger retraining</a:t>
            </a:r>
          </a:p>
          <a:p>
            <a:r>
              <a:t>Validate model</a:t>
            </a:r>
          </a:p>
          <a:p>
            <a:r>
              <a:t>Deploy updated 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Detection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changes in data distribution</a:t>
            </a:r>
          </a:p>
          <a:p>
            <a:r>
              <a:t>Monitor feature shifts</a:t>
            </a:r>
          </a:p>
          <a:p>
            <a:r>
              <a:t>Identify behavioral changes</a:t>
            </a:r>
          </a:p>
          <a:p>
            <a:r>
              <a:t>Protect model quality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drift</a:t>
            </a:r>
          </a:p>
          <a:p>
            <a:r>
              <a:t>Concept drift</a:t>
            </a:r>
          </a:p>
          <a:p>
            <a:r>
              <a:t>Label drift</a:t>
            </a:r>
          </a:p>
          <a:p>
            <a:r>
              <a:t>Feature distribution drift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Detection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metrics continuously</a:t>
            </a:r>
          </a:p>
          <a:p>
            <a:r>
              <a:t>Detect anomalies</a:t>
            </a:r>
          </a:p>
          <a:p>
            <a:r>
              <a:t>Adjust parameters automatically</a:t>
            </a:r>
          </a:p>
          <a:p>
            <a:r>
              <a:t>Trigger retraining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Pipeline Adjustments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 thresholds</a:t>
            </a:r>
          </a:p>
          <a:p>
            <a:r>
              <a:t>Adjust transformations</a:t>
            </a:r>
          </a:p>
          <a:p>
            <a:r>
              <a:t>Modify scaling parameters</a:t>
            </a:r>
          </a:p>
          <a:p>
            <a:r>
              <a:t>Update validation rules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Monitoring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Latency</a:t>
            </a:r>
          </a:p>
          <a:p>
            <a:r>
              <a:t>Error rate</a:t>
            </a:r>
          </a:p>
          <a:p>
            <a:r>
              <a:t>Drift score</a:t>
            </a:r>
          </a:p>
          <a:p>
            <a:r>
              <a:t>Resource utilization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Cortex + dbt +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 Cortex for AI analytics</a:t>
            </a:r>
          </a:p>
          <a:p>
            <a:r>
              <a:t>dbt for transformations</a:t>
            </a:r>
          </a:p>
          <a:p>
            <a:r>
              <a:t>LangGraph for orchestration</a:t>
            </a:r>
          </a:p>
          <a:p>
            <a:r>
              <a:t>Self-healing workflows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Self-Heal Architecture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failure detection</a:t>
            </a:r>
          </a:p>
          <a:p>
            <a:r>
              <a:t>LangGraph diagnosis</a:t>
            </a:r>
          </a:p>
          <a:p>
            <a:r>
              <a:t>dbt rebuild</a:t>
            </a:r>
          </a:p>
          <a:p>
            <a:r>
              <a:t>Cortex AI analysis</a:t>
            </a:r>
          </a:p>
          <a:p>
            <a:r>
              <a:t>Verification and alerting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LangGraph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Stateful orchestration</a:t>
            </a:r>
          </a:p>
          <a:p>
            <a:r>
              <a:t>Retry handling</a:t>
            </a:r>
          </a:p>
          <a:p>
            <a:r>
              <a:t>Workflow branching</a:t>
            </a:r>
          </a:p>
          <a:p>
            <a:r>
              <a:t>Persistent workflow memory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dbt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management</a:t>
            </a:r>
          </a:p>
          <a:p>
            <a:r>
              <a:t>Dependency tracking</a:t>
            </a:r>
          </a:p>
          <a:p>
            <a:r>
              <a:t>Testing</a:t>
            </a:r>
          </a:p>
          <a:p>
            <a:r>
              <a:t>Documentation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Snowflake Cortex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summaries</a:t>
            </a:r>
          </a:p>
          <a:p>
            <a:r>
              <a:t>Root-cause explanations</a:t>
            </a:r>
          </a:p>
          <a:p>
            <a:r>
              <a:t>Natural language analytics</a:t>
            </a:r>
          </a:p>
          <a:p>
            <a:r>
              <a:t>AI-powered monitoring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downtime</a:t>
            </a:r>
          </a:p>
          <a:p>
            <a:r>
              <a:t>Improved reliability</a:t>
            </a:r>
          </a:p>
          <a:p>
            <a:r>
              <a:t>Lower operational cost</a:t>
            </a:r>
          </a:p>
          <a:p>
            <a:r>
              <a:t>Faster remediation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hallucinations</a:t>
            </a:r>
          </a:p>
          <a:p>
            <a:r>
              <a:t>False positives</a:t>
            </a:r>
          </a:p>
          <a:p>
            <a:r>
              <a:t>Incorrect remediation</a:t>
            </a:r>
          </a:p>
          <a:p>
            <a:r>
              <a:t>Governance concerns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approval workflows</a:t>
            </a:r>
          </a:p>
          <a:p>
            <a:r>
              <a:t>Continuous validation</a:t>
            </a:r>
          </a:p>
          <a:p>
            <a:r>
              <a:t>Audit logging</a:t>
            </a:r>
          </a:p>
          <a:p>
            <a:r>
              <a:t>RBAC enforcement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Autonomous AI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AI-native observability</a:t>
            </a:r>
          </a:p>
          <a:p>
            <a:r>
              <a:t>Self-healing lakehouses</a:t>
            </a:r>
          </a:p>
          <a:p>
            <a:r>
              <a:t>Autonomous remediation</a:t>
            </a:r>
          </a:p>
          <a:p>
            <a:r>
              <a:t>Multi-agent orchestration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496</Words>
  <Application>Microsoft Office PowerPoint</Application>
  <PresentationFormat>On-screen Show (4:3)</PresentationFormat>
  <Paragraphs>195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Tw Cen MT</vt:lpstr>
      <vt:lpstr>Tw Cen MT Condensed</vt:lpstr>
      <vt:lpstr>Wingdings 3</vt:lpstr>
      <vt:lpstr>Integral</vt:lpstr>
      <vt:lpstr>Self-Healing AI Data Platforms &amp; Autonomous Analytics</vt:lpstr>
      <vt:lpstr>Learning Objectives</vt:lpstr>
      <vt:lpstr>Self-Healing Pipelines</vt:lpstr>
      <vt:lpstr>Traditional Pipeline Challenges</vt:lpstr>
      <vt:lpstr>Self-Healing Workflow</vt:lpstr>
      <vt:lpstr>Failure Detection</vt:lpstr>
      <vt:lpstr>AI-Based Failure Detection</vt:lpstr>
      <vt:lpstr>Diagnosis Engine</vt:lpstr>
      <vt:lpstr>Automated Fix Selection</vt:lpstr>
      <vt:lpstr>Verification Stage</vt:lpstr>
      <vt:lpstr>Intelligent Alerting</vt:lpstr>
      <vt:lpstr>AI-Assisted Incident Management</vt:lpstr>
      <vt:lpstr>Runbook Lookup</vt:lpstr>
      <vt:lpstr>RAG-Powered Analytics</vt:lpstr>
      <vt:lpstr>RAG Workflow</vt:lpstr>
      <vt:lpstr>Natural Language Analytics</vt:lpstr>
      <vt:lpstr>Snowflake Cortex Overview</vt:lpstr>
      <vt:lpstr>AI-Generated Narrative Reports</vt:lpstr>
      <vt:lpstr>Narrative Reporting Workflow</vt:lpstr>
      <vt:lpstr>Benefits of Narrative Reporting</vt:lpstr>
      <vt:lpstr>Introduction to MLOps</vt:lpstr>
      <vt:lpstr>AI-Assisted MLOps</vt:lpstr>
      <vt:lpstr>Model Retraining Triggers</vt:lpstr>
      <vt:lpstr>Automated Retraining Workflow</vt:lpstr>
      <vt:lpstr>Drift Detection Overview</vt:lpstr>
      <vt:lpstr>Types of Drift</vt:lpstr>
      <vt:lpstr>Drift Detection Agents</vt:lpstr>
      <vt:lpstr>Automatic Pipeline Adjustments</vt:lpstr>
      <vt:lpstr>AI Monitoring Metrics</vt:lpstr>
      <vt:lpstr>Snowflake Cortex + dbt + LangGraph</vt:lpstr>
      <vt:lpstr>Self-Heal Architecture Workflow</vt:lpstr>
      <vt:lpstr>Role of LangGraph</vt:lpstr>
      <vt:lpstr>Role of dbt</vt:lpstr>
      <vt:lpstr>Role of Snowflake Cortex</vt:lpstr>
      <vt:lpstr>Enterprise Benefits</vt:lpstr>
      <vt:lpstr>Challenges &amp; Risks</vt:lpstr>
      <vt:lpstr>Best Practices</vt:lpstr>
      <vt:lpstr>Future of Autonomous AI Platforms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2026-05-11T04:55:15Z</dcterms:modified>
  <cp:category/>
</cp:coreProperties>
</file>