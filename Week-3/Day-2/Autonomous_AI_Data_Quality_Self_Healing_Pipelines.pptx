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1522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Freeform 9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6553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78009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Freeform 10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04267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8096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1990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50594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2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096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91990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2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91990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4593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5102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32306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768096" y="471509"/>
            <a:ext cx="329184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6250" y="822960"/>
            <a:ext cx="4258818" cy="518464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6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096" y="2257506"/>
            <a:ext cx="329184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368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8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9141714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7950" y="4960138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69728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68905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762000"/>
            <a:ext cx="1971675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951" y="762000"/>
            <a:ext cx="5686425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7543800" y="173563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80163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286000"/>
            <a:ext cx="7290055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8097" y="6470704"/>
            <a:ext cx="161560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32200" y="6470704"/>
            <a:ext cx="4426094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28000" y="6470704"/>
            <a:ext cx="73025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5715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31526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4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t>Autonomous AI Agents for Data Quality, Ingestion &amp; Self-Healing Pipelines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Vikash Verma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Understand autonomous ingestion workflows</a:t>
            </a:r>
          </a:p>
          <a:p>
            <a:r>
              <a:t>Implement AI-driven validation systems</a:t>
            </a:r>
          </a:p>
          <a:p>
            <a:r>
              <a:t>Design anomaly detection agents</a:t>
            </a:r>
          </a:p>
          <a:p>
            <a:r>
              <a:t>Build self-healing pipelines</a:t>
            </a:r>
          </a:p>
          <a:p>
            <a:r>
              <a:t>Integrate governance and PII classification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Autonomous Ingestion Agent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Schema detection</a:t>
            </a:r>
          </a:p>
          <a:p>
            <a:r>
              <a:t>Data ingestion</a:t>
            </a:r>
          </a:p>
          <a:p>
            <a:r>
              <a:t>Validation</a:t>
            </a:r>
          </a:p>
          <a:p>
            <a:r>
              <a:t>Quarantine handling</a:t>
            </a:r>
          </a:p>
          <a:p>
            <a:r>
              <a:t>Automated remediation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Schema Detection Engine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Automatically detect columns and data types</a:t>
            </a:r>
          </a:p>
          <a:p>
            <a:r>
              <a:t>Handle structured and semi-structured data</a:t>
            </a:r>
          </a:p>
          <a:p>
            <a:r>
              <a:t>Detect schema drift</a:t>
            </a:r>
          </a:p>
          <a:p>
            <a:r>
              <a:t>Support CSV, JSON, Parquet and Avro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AI-Driven Data Quality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Dynamic rule generation</a:t>
            </a:r>
          </a:p>
          <a:p>
            <a:r>
              <a:t>Metadata-aware validation</a:t>
            </a:r>
          </a:p>
          <a:p>
            <a:r>
              <a:t>Historical pattern analysis</a:t>
            </a:r>
          </a:p>
          <a:p>
            <a:r>
              <a:t>Automated expectation generation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Great Expectations + LLM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Generate validation rules automatically</a:t>
            </a:r>
          </a:p>
          <a:p>
            <a:r>
              <a:t>Build expectation suites</a:t>
            </a:r>
          </a:p>
          <a:p>
            <a:r>
              <a:t>Validate datasets dynamically</a:t>
            </a:r>
          </a:p>
          <a:p>
            <a:r>
              <a:t>Generate reports and alerts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Anomaly Detection Agents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Detect unusual patterns</a:t>
            </a:r>
          </a:p>
          <a:p>
            <a:r>
              <a:t>Monitor metrics and pipelines</a:t>
            </a:r>
          </a:p>
          <a:p>
            <a:r>
              <a:t>Identify spikes and drops</a:t>
            </a:r>
          </a:p>
          <a:p>
            <a:r>
              <a:t>Trigger automated actions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Auto-Quarantine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Detect bad records</a:t>
            </a:r>
          </a:p>
          <a:p>
            <a:r>
              <a:t>Isolate suspicious data</a:t>
            </a:r>
          </a:p>
          <a:p>
            <a:r>
              <a:t>Store quarantined records</a:t>
            </a:r>
          </a:p>
          <a:p>
            <a:r>
              <a:t>Trigger remediation workflows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Automated Remediation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Fix formatting issues</a:t>
            </a:r>
          </a:p>
          <a:p>
            <a:r>
              <a:t>Correct mappings</a:t>
            </a:r>
          </a:p>
          <a:p>
            <a:r>
              <a:t>Fill missing values</a:t>
            </a:r>
          </a:p>
          <a:p>
            <a:r>
              <a:t>Reprocess failed records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PII Detection and Classification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Detect emails and phone numbers</a:t>
            </a:r>
          </a:p>
          <a:p>
            <a:r>
              <a:t>Identify sensitive financial data</a:t>
            </a:r>
          </a:p>
          <a:p>
            <a:r>
              <a:t>Classify healthcare information</a:t>
            </a:r>
          </a:p>
          <a:p>
            <a:r>
              <a:t>Apply governance labels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Self-Healing Pipeline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Detect failures</a:t>
            </a:r>
          </a:p>
          <a:p>
            <a:r>
              <a:t>Diagnose issues</a:t>
            </a:r>
          </a:p>
          <a:p>
            <a:r>
              <a:t>Apply fixes</a:t>
            </a:r>
          </a:p>
          <a:p>
            <a:r>
              <a:t>Re-run pipelines</a:t>
            </a:r>
          </a:p>
          <a:p>
            <a:r>
              <a:t>Generate alerts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Diagnosis Engine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Analyze root causes</a:t>
            </a:r>
          </a:p>
          <a:p>
            <a:r>
              <a:t>Summarize incidents</a:t>
            </a:r>
          </a:p>
          <a:p>
            <a:r>
              <a:t>Recommend remediation</a:t>
            </a:r>
          </a:p>
          <a:p>
            <a:r>
              <a:t>Prioritize failures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LangGraph for Self-Healing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Stateful workflows</a:t>
            </a:r>
          </a:p>
          <a:p>
            <a:r>
              <a:t>Retry logic</a:t>
            </a:r>
          </a:p>
          <a:p>
            <a:r>
              <a:t>Decision branching</a:t>
            </a:r>
          </a:p>
          <a:p>
            <a:r>
              <a:t>Persistent workflow memory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Snowflake Cortex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AI-powered analytics</a:t>
            </a:r>
          </a:p>
          <a:p>
            <a:r>
              <a:t>Root-cause summarization</a:t>
            </a:r>
          </a:p>
          <a:p>
            <a:r>
              <a:t>Natural language insights</a:t>
            </a:r>
          </a:p>
          <a:p>
            <a:r>
              <a:t>Intelligent monitoring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Benefits of Autonomous Data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Reduced downtime</a:t>
            </a:r>
          </a:p>
          <a:p>
            <a:r>
              <a:t>Improved reliability</a:t>
            </a:r>
          </a:p>
          <a:p>
            <a:r>
              <a:t>Lower operational cost</a:t>
            </a:r>
          </a:p>
          <a:p>
            <a:r>
              <a:t>Enhanced governance</a:t>
            </a:r>
          </a:p>
          <a:p>
            <a:r>
              <a:t>Scalable AI operations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Human approval for critical fixes</a:t>
            </a:r>
          </a:p>
          <a:p>
            <a:r>
              <a:t>Audit logging</a:t>
            </a:r>
          </a:p>
          <a:p>
            <a:r>
              <a:t>RBAC enforcement</a:t>
            </a:r>
          </a:p>
          <a:p>
            <a:r>
              <a:t>Continuous AI monitoring</a:t>
            </a:r>
          </a:p>
          <a:p>
            <a:r>
              <a:t>Validation checkpoints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Enterprise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Banking fraud detection</a:t>
            </a:r>
          </a:p>
          <a:p>
            <a:r>
              <a:t>Healthcare PHI monitoring</a:t>
            </a:r>
          </a:p>
          <a:p>
            <a:r>
              <a:t>Retail anomaly detection</a:t>
            </a:r>
          </a:p>
          <a:p>
            <a:r>
              <a:t>Insurance claim validation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of Autonomous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AI-native data engineering</a:t>
            </a:r>
          </a:p>
          <a:p>
            <a:r>
              <a:t>Self-healing lakehouses</a:t>
            </a:r>
          </a:p>
          <a:p>
            <a:r>
              <a:t>Autonomous governance</a:t>
            </a:r>
          </a:p>
          <a:p>
            <a:r>
              <a:t>Intelligent observability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1</TotalTime>
  <Words>278</Words>
  <Application>Microsoft Office PowerPoint</Application>
  <PresentationFormat>On-screen Show (4:3)</PresentationFormat>
  <Paragraphs>92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Tw Cen MT</vt:lpstr>
      <vt:lpstr>Tw Cen MT Condensed</vt:lpstr>
      <vt:lpstr>Wingdings 3</vt:lpstr>
      <vt:lpstr>Integral</vt:lpstr>
      <vt:lpstr>Autonomous AI Agents for Data Quality, Ingestion &amp; Self-Healing Pipelines</vt:lpstr>
      <vt:lpstr>Learning Objectives</vt:lpstr>
      <vt:lpstr>Autonomous Ingestion Agent</vt:lpstr>
      <vt:lpstr>Schema Detection Engine</vt:lpstr>
      <vt:lpstr>AI-Driven Data Quality</vt:lpstr>
      <vt:lpstr>Great Expectations + LLM</vt:lpstr>
      <vt:lpstr>Anomaly Detection Agents</vt:lpstr>
      <vt:lpstr>Auto-Quarantine Workflow</vt:lpstr>
      <vt:lpstr>Automated Remediation</vt:lpstr>
      <vt:lpstr>PII Detection and Classification</vt:lpstr>
      <vt:lpstr>Self-Healing Pipeline Overview</vt:lpstr>
      <vt:lpstr>AI Diagnosis Engine</vt:lpstr>
      <vt:lpstr>LangGraph for Self-Healing</vt:lpstr>
      <vt:lpstr>Snowflake Cortex Integration</vt:lpstr>
      <vt:lpstr>Benefits of Autonomous Data Engineering</vt:lpstr>
      <vt:lpstr>Best Practices</vt:lpstr>
      <vt:lpstr>Enterprise Use Cases</vt:lpstr>
      <vt:lpstr>Future of Autonomous Data Platforms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Vikash Verma</cp:lastModifiedBy>
  <cp:revision>5</cp:revision>
  <dcterms:created xsi:type="dcterms:W3CDTF">2013-01-27T09:14:16Z</dcterms:created>
  <dcterms:modified xsi:type="dcterms:W3CDTF">2026-05-11T04:15:10Z</dcterms:modified>
  <cp:category/>
</cp:coreProperties>
</file>