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59" r:id="rId12"/>
    <p:sldId id="260" r:id="rId13"/>
    <p:sldId id="278" r:id="rId14"/>
    <p:sldId id="279" r:id="rId15"/>
    <p:sldId id="280" r:id="rId16"/>
    <p:sldId id="281" r:id="rId17"/>
    <p:sldId id="282" r:id="rId18"/>
    <p:sldId id="261" r:id="rId19"/>
    <p:sldId id="283" r:id="rId20"/>
    <p:sldId id="284" r:id="rId21"/>
    <p:sldId id="262" r:id="rId22"/>
    <p:sldId id="285" r:id="rId23"/>
    <p:sldId id="263" r:id="rId24"/>
    <p:sldId id="286" r:id="rId25"/>
    <p:sldId id="264" r:id="rId26"/>
    <p:sldId id="287" r:id="rId27"/>
    <p:sldId id="265" r:id="rId28"/>
    <p:sldId id="288" r:id="rId29"/>
    <p:sldId id="289" r:id="rId30"/>
    <p:sldId id="266" r:id="rId31"/>
    <p:sldId id="267" r:id="rId32"/>
    <p:sldId id="290" r:id="rId33"/>
    <p:sldId id="291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1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3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3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0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5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2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2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0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41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Vibe Coding, Rapid Prototyping &amp; Peer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AI-first development workflows for 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Vibe Coding fundamentals</a:t>
            </a:r>
          </a:p>
          <a:p>
            <a:r>
              <a:t>Rapid prototyping with AI</a:t>
            </a:r>
          </a:p>
          <a:p>
            <a:r>
              <a:t>Streamlit dashboard generation</a:t>
            </a:r>
          </a:p>
          <a:p>
            <a:r>
              <a:t>FastAPI scaffolding</a:t>
            </a:r>
          </a:p>
          <a:p>
            <a:r>
              <a:t>Lovable.dev &amp; Replit Agents</a:t>
            </a:r>
          </a:p>
          <a:p>
            <a:r>
              <a:t>v0.dev for React UIs</a:t>
            </a:r>
          </a:p>
          <a:p>
            <a:r>
              <a:t>Critical judgment in AI coding</a:t>
            </a:r>
          </a:p>
          <a:p>
            <a:r>
              <a:t>Peer review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Vibe 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67791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Vibe Coding is an AI-assisted development approach where:</a:t>
            </a:r>
          </a:p>
          <a:p>
            <a:r>
              <a:rPr lang="en-IN" dirty="0"/>
              <a:t>Describe → AI Builds → Human Iterates</a:t>
            </a:r>
          </a:p>
          <a:p>
            <a:r>
              <a:rPr lang="en-IN" b="1" dirty="0"/>
              <a:t>Core Philosophy</a:t>
            </a:r>
          </a:p>
          <a:p>
            <a:r>
              <a:rPr lang="en-IN" dirty="0"/>
              <a:t>Instead of manually coding everything:</a:t>
            </a:r>
          </a:p>
          <a:p>
            <a:r>
              <a:rPr lang="en-IN" dirty="0"/>
              <a:t>Developers describe intent </a:t>
            </a:r>
          </a:p>
          <a:p>
            <a:r>
              <a:rPr lang="en-IN" dirty="0"/>
              <a:t>AI generates the first version </a:t>
            </a:r>
          </a:p>
          <a:p>
            <a:r>
              <a:rPr lang="en-IN" dirty="0"/>
              <a:t>Engineers refine and validate </a:t>
            </a:r>
          </a:p>
          <a:p>
            <a:r>
              <a:rPr lang="en-IN" b="1" dirty="0"/>
              <a:t>Key Benefits</a:t>
            </a:r>
          </a:p>
          <a:p>
            <a:r>
              <a:rPr lang="en-IN" dirty="0"/>
              <a:t>Faster prototyping </a:t>
            </a:r>
          </a:p>
          <a:p>
            <a:r>
              <a:rPr lang="en-IN" dirty="0"/>
              <a:t>Reduced boilerplate coding </a:t>
            </a:r>
          </a:p>
          <a:p>
            <a:r>
              <a:rPr lang="en-IN" dirty="0"/>
              <a:t>Accelerated innovation </a:t>
            </a:r>
          </a:p>
          <a:p>
            <a:r>
              <a:rPr lang="en-IN" dirty="0"/>
              <a:t>Faster MVP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525A-4486-93A2-E146-C752507A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A6F3-9CB6-6C3A-5B7F-44DF4B15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Traditional Development</a:t>
            </a:r>
          </a:p>
          <a:p>
            <a:r>
              <a:rPr lang="en-IN" dirty="0"/>
              <a:t>Requirements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Manual Coding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Testing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Deployment</a:t>
            </a:r>
          </a:p>
          <a:p>
            <a:r>
              <a:rPr lang="en-IN" b="1" dirty="0"/>
              <a:t>AI-Assisted Development</a:t>
            </a:r>
          </a:p>
          <a:p>
            <a:r>
              <a:rPr lang="en-IN" dirty="0"/>
              <a:t>Prompt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AI Code Generation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Human Validation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Iteration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42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08CD-4B14-D4C0-F1F8-A115C195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Vibe Coding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9B3C-5555-363E-A0B4-29B55FF8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Step-by-Step Workflow</a:t>
            </a:r>
          </a:p>
          <a:p>
            <a:r>
              <a:rPr lang="en-IN" b="1" dirty="0"/>
              <a:t>Step 1 — Describe the Application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“Create a </a:t>
            </a:r>
            <a:r>
              <a:rPr lang="en-IN" dirty="0" err="1"/>
              <a:t>Streamlit</a:t>
            </a:r>
            <a:r>
              <a:rPr lang="en-IN" dirty="0"/>
              <a:t> dashboard for pipeline monitoring.”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Step 2 — AI Generates Code</a:t>
            </a:r>
          </a:p>
          <a:p>
            <a:pPr lvl="1"/>
            <a:r>
              <a:rPr lang="en-IN" dirty="0"/>
              <a:t>AI tools:</a:t>
            </a:r>
          </a:p>
          <a:p>
            <a:pPr lvl="1"/>
            <a:r>
              <a:rPr lang="en-IN" dirty="0"/>
              <a:t>Claude Code </a:t>
            </a:r>
          </a:p>
          <a:p>
            <a:pPr lvl="1"/>
            <a:r>
              <a:rPr lang="en-IN" dirty="0"/>
              <a:t>Copilot </a:t>
            </a:r>
          </a:p>
          <a:p>
            <a:pPr lvl="1"/>
            <a:r>
              <a:rPr lang="en-IN" dirty="0"/>
              <a:t>Cursor AI </a:t>
            </a:r>
          </a:p>
          <a:p>
            <a:r>
              <a:rPr lang="en-IN" b="1" dirty="0"/>
              <a:t>Step 3 — Run &amp; Validate</a:t>
            </a:r>
          </a:p>
          <a:p>
            <a:pPr lvl="1"/>
            <a:r>
              <a:rPr lang="en-IN" dirty="0"/>
              <a:t>Check:</a:t>
            </a:r>
          </a:p>
          <a:p>
            <a:pPr lvl="1"/>
            <a:r>
              <a:rPr lang="en-IN" dirty="0"/>
              <a:t>Functionality </a:t>
            </a:r>
          </a:p>
          <a:p>
            <a:pPr lvl="1"/>
            <a:r>
              <a:rPr lang="en-IN" dirty="0"/>
              <a:t>Errors </a:t>
            </a:r>
          </a:p>
          <a:p>
            <a:pPr lvl="1"/>
            <a:r>
              <a:rPr lang="en-IN" dirty="0"/>
              <a:t>Security </a:t>
            </a:r>
          </a:p>
          <a:p>
            <a:pPr lvl="1"/>
            <a:r>
              <a:rPr lang="en-IN" dirty="0"/>
              <a:t>Performance </a:t>
            </a:r>
          </a:p>
        </p:txBody>
      </p:sp>
    </p:spTree>
    <p:extLst>
      <p:ext uri="{BB962C8B-B14F-4D97-AF65-F5344CB8AC3E}">
        <p14:creationId xmlns:p14="http://schemas.microsoft.com/office/powerpoint/2010/main" val="162446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B303-BD8C-4FB9-AE16-7CE99C6E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A804-6A1A-A2E2-2CB3-1149F5866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Step 4 — Iterate</a:t>
            </a:r>
          </a:p>
          <a:p>
            <a:pPr lvl="1"/>
            <a:r>
              <a:rPr lang="en-IN" dirty="0"/>
              <a:t>Refine prompts:</a:t>
            </a:r>
          </a:p>
          <a:p>
            <a:pPr lvl="1"/>
            <a:r>
              <a:rPr lang="en-IN" dirty="0"/>
              <a:t>Add filters </a:t>
            </a:r>
          </a:p>
          <a:p>
            <a:pPr lvl="1"/>
            <a:r>
              <a:rPr lang="en-IN" dirty="0"/>
              <a:t>Improve charts </a:t>
            </a:r>
          </a:p>
          <a:p>
            <a:pPr lvl="1"/>
            <a:r>
              <a:rPr lang="en-IN" dirty="0"/>
              <a:t>Add authentication </a:t>
            </a:r>
          </a:p>
          <a:p>
            <a:r>
              <a:rPr lang="en-IN" b="1" dirty="0"/>
              <a:t>Step 5 — Deploy</a:t>
            </a:r>
          </a:p>
          <a:p>
            <a:pPr lvl="1"/>
            <a:r>
              <a:rPr lang="en-IN" dirty="0"/>
              <a:t>Deploy using:</a:t>
            </a:r>
          </a:p>
          <a:p>
            <a:pPr lvl="1"/>
            <a:r>
              <a:rPr lang="en-IN" dirty="0" err="1"/>
              <a:t>Streamlit</a:t>
            </a:r>
            <a:r>
              <a:rPr lang="en-IN" dirty="0"/>
              <a:t> Cloud </a:t>
            </a:r>
          </a:p>
          <a:p>
            <a:pPr lvl="1"/>
            <a:r>
              <a:rPr lang="en-IN" dirty="0"/>
              <a:t>Docker </a:t>
            </a:r>
          </a:p>
          <a:p>
            <a:pPr lvl="1"/>
            <a:r>
              <a:rPr lang="en-IN" dirty="0"/>
              <a:t>Azure </a:t>
            </a:r>
          </a:p>
          <a:p>
            <a:pPr lvl="1"/>
            <a:r>
              <a:rPr lang="en-IN" dirty="0"/>
              <a:t>AWS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5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4CFF-6E00-DAF8-D72B-96773B42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Tools for Rapid Prototyping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2978-2309-C8F1-FB17-D0F89B5FA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Popular AI Development Tools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1DA7C1-86C5-3FD8-C083-D840577FC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337675"/>
              </p:ext>
            </p:extLst>
          </p:nvPr>
        </p:nvGraphicFramePr>
        <p:xfrm>
          <a:off x="768350" y="2933701"/>
          <a:ext cx="7289800" cy="33390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2329709480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398511591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Tool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0895130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Claude Code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Full app generation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004681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GitHub Copilot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Inline code suggestions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135964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Cursor AI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AI coding IDE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819165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Lovable.dev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Low-code AI app builder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729872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Replit Agent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Cloud AI development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2472469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v0.dev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React/Tailwind UI generation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71876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55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4505-CA5C-0878-9344-185D463E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Rapid Prototyping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61B6-C78C-66B6-15E6-72C0634D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Business Importance</a:t>
            </a:r>
          </a:p>
          <a:p>
            <a:r>
              <a:rPr lang="en-IN" dirty="0"/>
              <a:t>Rapid prototyping helps:</a:t>
            </a:r>
          </a:p>
          <a:p>
            <a:r>
              <a:rPr lang="en-IN" dirty="0"/>
              <a:t>Validate ideas quickly </a:t>
            </a:r>
          </a:p>
          <a:p>
            <a:r>
              <a:rPr lang="en-IN" dirty="0"/>
              <a:t>Reduce development cost </a:t>
            </a:r>
          </a:p>
          <a:p>
            <a:r>
              <a:rPr lang="en-IN" dirty="0"/>
              <a:t>Improve stakeholder feedback </a:t>
            </a:r>
          </a:p>
          <a:p>
            <a:r>
              <a:rPr lang="en-IN" dirty="0"/>
              <a:t>Accelerate delivery timelines </a:t>
            </a:r>
          </a:p>
          <a:p>
            <a:r>
              <a:rPr lang="en-IN" b="1" dirty="0"/>
              <a:t>Data Engineering Use Cases</a:t>
            </a:r>
          </a:p>
          <a:p>
            <a:r>
              <a:rPr lang="en-IN" dirty="0"/>
              <a:t>Monitoring dashboards </a:t>
            </a:r>
          </a:p>
          <a:p>
            <a:r>
              <a:rPr lang="en-IN" dirty="0"/>
              <a:t>Metadata portals </a:t>
            </a:r>
          </a:p>
          <a:p>
            <a:r>
              <a:rPr lang="en-IN" dirty="0"/>
              <a:t>Data quality apps </a:t>
            </a:r>
          </a:p>
          <a:p>
            <a:r>
              <a:rPr lang="en-IN" dirty="0"/>
              <a:t>ETL control panels </a:t>
            </a:r>
          </a:p>
          <a:p>
            <a:r>
              <a:rPr lang="en-IN" dirty="0"/>
              <a:t>Operational dashboards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342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5F98-7D30-CEDD-B6CF-B50D1214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</a:t>
            </a:r>
            <a:r>
              <a:rPr lang="en-US" dirty="0" err="1"/>
              <a:t>Streamlit</a:t>
            </a:r>
            <a:r>
              <a:rPr lang="en-US" dirty="0"/>
              <a:t> Dashboards with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2B341-C8FA-9D8A-5712-126041DFE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Why </a:t>
            </a:r>
            <a:r>
              <a:rPr lang="en-IN" b="1" dirty="0" err="1"/>
              <a:t>Streamlit</a:t>
            </a:r>
            <a:r>
              <a:rPr lang="en-IN" b="1" dirty="0"/>
              <a:t>?</a:t>
            </a:r>
          </a:p>
          <a:p>
            <a:r>
              <a:rPr lang="en-IN" dirty="0" err="1"/>
              <a:t>Streamlit</a:t>
            </a:r>
            <a:r>
              <a:rPr lang="en-IN" dirty="0"/>
              <a:t> enables:</a:t>
            </a:r>
          </a:p>
          <a:p>
            <a:r>
              <a:rPr lang="en-IN" dirty="0"/>
              <a:t>Fast Python-based dashboards </a:t>
            </a:r>
          </a:p>
          <a:p>
            <a:r>
              <a:rPr lang="en-IN" dirty="0"/>
              <a:t>Minimal frontend coding </a:t>
            </a:r>
          </a:p>
          <a:p>
            <a:r>
              <a:rPr lang="en-IN" dirty="0"/>
              <a:t>Interactive widgets </a:t>
            </a:r>
          </a:p>
          <a:p>
            <a:r>
              <a:rPr lang="en-IN" dirty="0"/>
              <a:t>Easy deployment </a:t>
            </a:r>
          </a:p>
          <a:p>
            <a:r>
              <a:rPr lang="en-IN" b="1" dirty="0"/>
              <a:t>AI + </a:t>
            </a:r>
            <a:r>
              <a:rPr lang="en-IN" b="1" dirty="0" err="1"/>
              <a:t>Streamlit</a:t>
            </a:r>
            <a:r>
              <a:rPr lang="en-IN" b="1" dirty="0"/>
              <a:t> Advantage</a:t>
            </a:r>
          </a:p>
          <a:p>
            <a:r>
              <a:rPr lang="en-IN" dirty="0"/>
              <a:t>Using AI:</a:t>
            </a:r>
          </a:p>
          <a:p>
            <a:r>
              <a:rPr lang="en-IN" dirty="0"/>
              <a:t>Generate complete dashboards in minutes </a:t>
            </a:r>
          </a:p>
          <a:p>
            <a:r>
              <a:rPr lang="en-IN" dirty="0"/>
              <a:t>Auto-create charts </a:t>
            </a:r>
          </a:p>
          <a:p>
            <a:r>
              <a:rPr lang="en-IN" dirty="0"/>
              <a:t>Generate filters and KPIs </a:t>
            </a:r>
          </a:p>
          <a:p>
            <a:r>
              <a:rPr lang="en-IN" dirty="0"/>
              <a:t>Build admin panels quickly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63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05E4-A56D-6A37-71F2-BD58469A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FAD6A-2B7E-BBC7-19B5-34DE27044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Metadata Store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Python Backend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Streamlit</a:t>
            </a:r>
            <a:r>
              <a:rPr lang="en-IN" dirty="0"/>
              <a:t> UI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Dashboard Visualizations</a:t>
            </a:r>
          </a:p>
          <a:p>
            <a:r>
              <a:rPr lang="en-IN" b="1" dirty="0"/>
              <a:t>Components</a:t>
            </a:r>
          </a:p>
          <a:p>
            <a:r>
              <a:rPr lang="en-IN" b="1" dirty="0"/>
              <a:t>Data Layer</a:t>
            </a:r>
          </a:p>
          <a:p>
            <a:pPr lvl="1"/>
            <a:r>
              <a:rPr lang="en-IN" dirty="0"/>
              <a:t>CSV </a:t>
            </a:r>
          </a:p>
          <a:p>
            <a:pPr lvl="1"/>
            <a:r>
              <a:rPr lang="en-IN" dirty="0"/>
              <a:t>Snowflake </a:t>
            </a:r>
          </a:p>
          <a:p>
            <a:pPr lvl="1"/>
            <a:r>
              <a:rPr lang="en-IN" dirty="0"/>
              <a:t>PostgreSQL </a:t>
            </a:r>
          </a:p>
          <a:p>
            <a:r>
              <a:rPr lang="en-IN" b="1" dirty="0"/>
              <a:t>Visualization Layer</a:t>
            </a:r>
          </a:p>
          <a:p>
            <a:pPr lvl="1"/>
            <a:r>
              <a:rPr lang="en-IN" dirty="0" err="1"/>
              <a:t>Streamlit</a:t>
            </a:r>
            <a:r>
              <a:rPr lang="en-IN" dirty="0"/>
              <a:t> charts </a:t>
            </a:r>
          </a:p>
          <a:p>
            <a:pPr lvl="1"/>
            <a:r>
              <a:rPr lang="en-IN" dirty="0"/>
              <a:t>KPI cards </a:t>
            </a:r>
          </a:p>
          <a:p>
            <a:pPr lvl="1"/>
            <a:r>
              <a:rPr lang="en-IN" dirty="0"/>
              <a:t>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08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Rapid Prototyping with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dashboards in under 1 hour</a:t>
            </a:r>
          </a:p>
          <a:p>
            <a:r>
              <a:t>Minimal frontend coding</a:t>
            </a:r>
          </a:p>
          <a:p>
            <a:r>
              <a:t>AI-generated widgets and charts</a:t>
            </a:r>
          </a:p>
          <a:p>
            <a:r>
              <a:t>Fast demo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Health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Goal</a:t>
            </a:r>
          </a:p>
          <a:p>
            <a:r>
              <a:rPr lang="en-US" dirty="0"/>
              <a:t>Build a </a:t>
            </a:r>
            <a:r>
              <a:rPr lang="en-US" dirty="0" err="1"/>
              <a:t>Streamlit</a:t>
            </a:r>
            <a:r>
              <a:rPr lang="en-US" dirty="0"/>
              <a:t> dashboard that:</a:t>
            </a:r>
          </a:p>
          <a:p>
            <a:r>
              <a:rPr lang="en-US" dirty="0"/>
              <a:t>Reads pipeline metadata </a:t>
            </a:r>
          </a:p>
          <a:p>
            <a:r>
              <a:rPr lang="en-US" dirty="0"/>
              <a:t>Displays health status </a:t>
            </a:r>
          </a:p>
          <a:p>
            <a:r>
              <a:rPr lang="en-US" dirty="0"/>
              <a:t>Shows last execution details </a:t>
            </a:r>
          </a:p>
          <a:p>
            <a:r>
              <a:rPr lang="en-US" dirty="0"/>
              <a:t>Displays alerts </a:t>
            </a:r>
          </a:p>
          <a:p>
            <a:r>
              <a:rPr lang="en-US" dirty="0"/>
              <a:t>Tracks row counts 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Status indicators </a:t>
            </a:r>
          </a:p>
          <a:p>
            <a:r>
              <a:rPr lang="en-US" dirty="0"/>
              <a:t>Failure alerts </a:t>
            </a:r>
          </a:p>
          <a:p>
            <a:r>
              <a:rPr lang="en-US" dirty="0"/>
              <a:t>Historical metrics </a:t>
            </a:r>
          </a:p>
          <a:p>
            <a:r>
              <a:rPr lang="en-US" dirty="0"/>
              <a:t>Search &amp;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C23B6-725C-5EA1-477A-3C73C478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AI Prompt for </a:t>
            </a:r>
            <a:r>
              <a:rPr lang="en-US" dirty="0" err="1"/>
              <a:t>Streamlit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9C03-D369-AD16-8A36-7BF645DE5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Prompt Example</a:t>
            </a:r>
          </a:p>
          <a:p>
            <a:r>
              <a:rPr lang="en-IN" dirty="0"/>
              <a:t>Generate a </a:t>
            </a:r>
            <a:r>
              <a:rPr lang="en-IN" dirty="0" err="1"/>
              <a:t>Streamlit</a:t>
            </a:r>
            <a:r>
              <a:rPr lang="en-IN" dirty="0"/>
              <a:t> dashboard for monitoring ETL pipelines.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Requirements:</a:t>
            </a:r>
            <a:br>
              <a:rPr lang="en-IN" dirty="0"/>
            </a:br>
            <a:r>
              <a:rPr lang="en-IN" dirty="0"/>
              <a:t>- Pipeline status cards</a:t>
            </a:r>
            <a:br>
              <a:rPr lang="en-IN" dirty="0"/>
            </a:br>
            <a:r>
              <a:rPr lang="en-IN" dirty="0"/>
              <a:t>- Last execution time</a:t>
            </a:r>
            <a:br>
              <a:rPr lang="en-IN" dirty="0"/>
            </a:br>
            <a:r>
              <a:rPr lang="en-IN" dirty="0"/>
              <a:t>- Row count metrics</a:t>
            </a:r>
            <a:br>
              <a:rPr lang="en-IN" dirty="0"/>
            </a:br>
            <a:r>
              <a:rPr lang="en-IN" dirty="0"/>
              <a:t>- SLA alert indicators</a:t>
            </a:r>
            <a:br>
              <a:rPr lang="en-IN" dirty="0"/>
            </a:br>
            <a:r>
              <a:rPr lang="en-IN" dirty="0"/>
              <a:t>- Search functionality</a:t>
            </a:r>
          </a:p>
          <a:p>
            <a:endParaRPr lang="en-IN" dirty="0"/>
          </a:p>
          <a:p>
            <a:r>
              <a:rPr lang="en-IN" b="1" dirty="0"/>
              <a:t>Expected AI Output</a:t>
            </a:r>
          </a:p>
          <a:p>
            <a:r>
              <a:rPr lang="en-IN" dirty="0"/>
              <a:t>Dashboard layout </a:t>
            </a:r>
          </a:p>
          <a:p>
            <a:r>
              <a:rPr lang="en-IN" dirty="0" err="1"/>
              <a:t>Streamlit</a:t>
            </a:r>
            <a:r>
              <a:rPr lang="en-IN" dirty="0"/>
              <a:t> widgets </a:t>
            </a:r>
          </a:p>
          <a:p>
            <a:r>
              <a:rPr lang="en-IN" dirty="0"/>
              <a:t>Charts </a:t>
            </a:r>
          </a:p>
          <a:p>
            <a:r>
              <a:rPr lang="en-IN" dirty="0"/>
              <a:t>Data tables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20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AFD9-F796-B4C2-ED66-8C4AB7F3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4530-9161-CBD1-3290-66A53BC72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UI Components</a:t>
            </a:r>
          </a:p>
          <a:p>
            <a:r>
              <a:rPr lang="en-US" b="1" dirty="0"/>
              <a:t>KPI Cards</a:t>
            </a:r>
          </a:p>
          <a:p>
            <a:r>
              <a:rPr lang="en-US" dirty="0"/>
              <a:t>Total pipelines </a:t>
            </a:r>
          </a:p>
          <a:p>
            <a:r>
              <a:rPr lang="en-US" dirty="0"/>
              <a:t>Failed pipelines </a:t>
            </a:r>
          </a:p>
          <a:p>
            <a:r>
              <a:rPr lang="en-US" dirty="0"/>
              <a:t>SLA breaches </a:t>
            </a:r>
          </a:p>
          <a:p>
            <a:r>
              <a:rPr lang="en-US" b="1" dirty="0"/>
              <a:t>Tables</a:t>
            </a:r>
          </a:p>
          <a:p>
            <a:r>
              <a:rPr lang="en-US" dirty="0"/>
              <a:t>Pipeline details </a:t>
            </a:r>
          </a:p>
          <a:p>
            <a:r>
              <a:rPr lang="en-US" dirty="0"/>
              <a:t>Execution history </a:t>
            </a:r>
          </a:p>
          <a:p>
            <a:r>
              <a:rPr lang="en-US" b="1" dirty="0"/>
              <a:t>Charts</a:t>
            </a:r>
          </a:p>
          <a:p>
            <a:r>
              <a:rPr lang="en-US" dirty="0"/>
              <a:t>Failure trends </a:t>
            </a:r>
          </a:p>
          <a:p>
            <a:r>
              <a:rPr lang="en-US" dirty="0"/>
              <a:t>Success rates </a:t>
            </a:r>
          </a:p>
          <a:p>
            <a:r>
              <a:rPr lang="en-US" dirty="0"/>
              <a:t>Runtime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623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2E04-5E2D-C239-6FBC-B0FE0DDE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Sample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339D-2741-59A6-DB7A-419BD572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Flow</a:t>
            </a:r>
          </a:p>
          <a:p>
            <a:r>
              <a:rPr lang="en-IN" dirty="0"/>
              <a:t>Metadata JSON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Python Script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pandas </a:t>
            </a:r>
            <a:r>
              <a:rPr lang="en-IN" dirty="0" err="1"/>
              <a:t>DataFrame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Streamlit</a:t>
            </a:r>
            <a:r>
              <a:rPr lang="en-IN" dirty="0"/>
              <a:t> UI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Interactive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693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2699-48DA-4BC9-961C-BCEBD4F8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FastAPI</a:t>
            </a:r>
            <a:r>
              <a:rPr lang="en-IN" dirty="0"/>
              <a:t> for Data Engineering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BFE2D-DFC8-C998-2DD0-7AE65CAEF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Why </a:t>
            </a:r>
            <a:r>
              <a:rPr lang="en-IN" b="1" dirty="0" err="1"/>
              <a:t>FastAPI</a:t>
            </a:r>
            <a:r>
              <a:rPr lang="en-IN" b="1" dirty="0"/>
              <a:t>?</a:t>
            </a:r>
          </a:p>
          <a:p>
            <a:r>
              <a:rPr lang="en-IN" dirty="0" err="1"/>
              <a:t>FastAPI</a:t>
            </a:r>
            <a:r>
              <a:rPr lang="en-IN" dirty="0"/>
              <a:t> provides:</a:t>
            </a:r>
          </a:p>
          <a:p>
            <a:r>
              <a:rPr lang="en-IN" dirty="0"/>
              <a:t>High performance APIs </a:t>
            </a:r>
          </a:p>
          <a:p>
            <a:r>
              <a:rPr lang="en-IN" dirty="0"/>
              <a:t>Automatic Swagger docs </a:t>
            </a:r>
          </a:p>
          <a:p>
            <a:r>
              <a:rPr lang="en-IN" dirty="0"/>
              <a:t>Async support </a:t>
            </a:r>
          </a:p>
          <a:p>
            <a:r>
              <a:rPr lang="en-IN" dirty="0"/>
              <a:t>Easy deployment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Data Engineering Use Cases</a:t>
            </a:r>
          </a:p>
          <a:p>
            <a:r>
              <a:rPr lang="en-IN" dirty="0"/>
              <a:t>Pipeline APIs </a:t>
            </a:r>
          </a:p>
          <a:p>
            <a:r>
              <a:rPr lang="en-IN" dirty="0"/>
              <a:t>Metadata services </a:t>
            </a:r>
          </a:p>
          <a:p>
            <a:r>
              <a:rPr lang="en-IN" dirty="0"/>
              <a:t>Validation APIs </a:t>
            </a:r>
          </a:p>
          <a:p>
            <a:r>
              <a:rPr lang="en-IN" dirty="0"/>
              <a:t>Monitoring APIs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65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B135-BB83-F327-E0F9-183EEBE5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AI-Assisted </a:t>
            </a:r>
            <a:r>
              <a:rPr lang="en-IN" dirty="0" err="1"/>
              <a:t>FastAPI</a:t>
            </a:r>
            <a:r>
              <a:rPr lang="en-IN" dirty="0"/>
              <a:t>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D8892-20BF-0090-DD9E-5DD581A53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AI Workflow</a:t>
            </a:r>
          </a:p>
          <a:p>
            <a:r>
              <a:rPr lang="en-IN" dirty="0"/>
              <a:t>Describe API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AI Generates Endpoints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Validate Models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Test APIs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Deploy</a:t>
            </a:r>
          </a:p>
          <a:p>
            <a:r>
              <a:rPr lang="en-IN" b="1" dirty="0"/>
              <a:t>AI Tools</a:t>
            </a:r>
          </a:p>
          <a:p>
            <a:r>
              <a:rPr lang="en-IN" dirty="0"/>
              <a:t>GitHub Copilot </a:t>
            </a:r>
          </a:p>
          <a:p>
            <a:r>
              <a:rPr lang="en-IN" dirty="0"/>
              <a:t>Claude Code </a:t>
            </a:r>
          </a:p>
          <a:p>
            <a:r>
              <a:rPr lang="en-IN" dirty="0"/>
              <a:t>Cursor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61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Endpoint Scaffolding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APIs rapidly</a:t>
            </a:r>
          </a:p>
          <a:p>
            <a:r>
              <a:t>CRUD endpoint generation</a:t>
            </a:r>
          </a:p>
          <a:p>
            <a:r>
              <a:t>Swagger/OpenAPI integration</a:t>
            </a:r>
          </a:p>
          <a:p>
            <a:r>
              <a:t>Validation models with Pydantic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EDEB-1AE0-AB8E-7553-E29192B7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FastAPI</a:t>
            </a:r>
            <a:r>
              <a:rPr lang="en-IN" dirty="0"/>
              <a:t> Endpoint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535F-8E82-34F6-838A-13D8D402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Example APIs</a:t>
            </a:r>
          </a:p>
          <a:p>
            <a:r>
              <a:rPr lang="en-US" b="1" dirty="0"/>
              <a:t>GET /pipelines</a:t>
            </a:r>
          </a:p>
          <a:p>
            <a:r>
              <a:rPr lang="en-US" dirty="0"/>
              <a:t>Returns all pipelines</a:t>
            </a:r>
          </a:p>
          <a:p>
            <a:r>
              <a:rPr lang="en-US" b="1" dirty="0"/>
              <a:t>GET /health</a:t>
            </a:r>
          </a:p>
          <a:p>
            <a:r>
              <a:rPr lang="en-US" dirty="0"/>
              <a:t>Returns service health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POST /alerts</a:t>
            </a:r>
          </a:p>
          <a:p>
            <a:r>
              <a:rPr lang="en-US" dirty="0"/>
              <a:t>Creates monitoring alerts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GET /pipeline/{id}</a:t>
            </a:r>
          </a:p>
          <a:p>
            <a:r>
              <a:rPr lang="en-US" dirty="0"/>
              <a:t>Returns pipeline details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614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14FD-C9FF-0C8F-08A2-06258C28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Sample AI Prompt for FastAPI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B611-2107-D57A-F84D-FE6878237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Prompt</a:t>
            </a:r>
          </a:p>
          <a:p>
            <a:r>
              <a:rPr lang="en-IN" dirty="0"/>
              <a:t>Generate a </a:t>
            </a:r>
            <a:r>
              <a:rPr lang="en-IN" dirty="0" err="1"/>
              <a:t>FastAPI</a:t>
            </a:r>
            <a:r>
              <a:rPr lang="en-IN" dirty="0"/>
              <a:t> application for pipeline monitoring.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Include:</a:t>
            </a:r>
            <a:br>
              <a:rPr lang="en-IN" dirty="0"/>
            </a:br>
            <a:r>
              <a:rPr lang="en-IN" dirty="0"/>
              <a:t>- CRUD APIs</a:t>
            </a:r>
            <a:br>
              <a:rPr lang="en-IN" dirty="0"/>
            </a:br>
            <a:r>
              <a:rPr lang="en-IN" dirty="0"/>
              <a:t>- Validation models</a:t>
            </a:r>
            <a:br>
              <a:rPr lang="en-IN" dirty="0"/>
            </a:br>
            <a:r>
              <a:rPr lang="en-IN" dirty="0"/>
              <a:t>- Swagger docs</a:t>
            </a:r>
            <a:br>
              <a:rPr lang="en-IN" dirty="0"/>
            </a:br>
            <a:r>
              <a:rPr lang="en-IN" dirty="0"/>
              <a:t>- Health endpoint</a:t>
            </a:r>
          </a:p>
          <a:p>
            <a:r>
              <a:rPr lang="en-IN" b="1" dirty="0"/>
              <a:t>Expected Output</a:t>
            </a:r>
          </a:p>
          <a:p>
            <a:r>
              <a:rPr lang="en-IN" dirty="0" err="1"/>
              <a:t>FastAPI</a:t>
            </a:r>
            <a:r>
              <a:rPr lang="en-IN" dirty="0"/>
              <a:t> app </a:t>
            </a:r>
          </a:p>
          <a:p>
            <a:r>
              <a:rPr lang="en-IN" dirty="0" err="1"/>
              <a:t>Pydantic</a:t>
            </a:r>
            <a:r>
              <a:rPr lang="en-IN" dirty="0"/>
              <a:t> models </a:t>
            </a:r>
          </a:p>
          <a:p>
            <a:r>
              <a:rPr lang="en-IN" dirty="0"/>
              <a:t>API routes </a:t>
            </a:r>
          </a:p>
          <a:p>
            <a:r>
              <a:rPr lang="en-IN" dirty="0" err="1"/>
              <a:t>OpenAPI</a:t>
            </a:r>
            <a:r>
              <a:rPr lang="en-IN" dirty="0"/>
              <a:t> docs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53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Lovable.dev &amp; Replit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What is </a:t>
            </a:r>
            <a:r>
              <a:rPr lang="en-IN" b="1" dirty="0" err="1"/>
              <a:t>Lovable.dev</a:t>
            </a:r>
            <a:r>
              <a:rPr lang="en-IN" b="1" dirty="0"/>
              <a:t>?</a:t>
            </a:r>
          </a:p>
          <a:p>
            <a:r>
              <a:rPr lang="en-IN" dirty="0" err="1"/>
              <a:t>Lovable.dev</a:t>
            </a:r>
            <a:r>
              <a:rPr lang="en-IN" dirty="0"/>
              <a:t> is an AI-powered app development platform.</a:t>
            </a:r>
          </a:p>
          <a:p>
            <a:r>
              <a:rPr lang="en-IN" b="1" dirty="0"/>
              <a:t>Capabilities</a:t>
            </a:r>
          </a:p>
          <a:p>
            <a:r>
              <a:rPr lang="en-IN" dirty="0"/>
              <a:t>Generate full-stack apps </a:t>
            </a:r>
          </a:p>
          <a:p>
            <a:r>
              <a:rPr lang="en-IN" dirty="0"/>
              <a:t>UI generation </a:t>
            </a:r>
          </a:p>
          <a:p>
            <a:r>
              <a:rPr lang="en-IN" dirty="0"/>
              <a:t>Database integration </a:t>
            </a:r>
          </a:p>
          <a:p>
            <a:r>
              <a:rPr lang="en-IN" dirty="0"/>
              <a:t>Rapid MVP development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Use Cases</a:t>
            </a:r>
          </a:p>
          <a:p>
            <a:r>
              <a:rPr lang="en-IN" dirty="0"/>
              <a:t>Internal dashboards </a:t>
            </a:r>
          </a:p>
          <a:p>
            <a:r>
              <a:rPr lang="en-IN" dirty="0"/>
              <a:t>Admin portals </a:t>
            </a:r>
          </a:p>
          <a:p>
            <a:r>
              <a:rPr lang="en-IN" dirty="0"/>
              <a:t>Monitoring apps </a:t>
            </a:r>
          </a:p>
          <a:p>
            <a:r>
              <a:rPr lang="en-IN" dirty="0"/>
              <a:t>Analytics tools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023C-55B6-24F5-E455-5A351236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Replit</a:t>
            </a:r>
            <a:r>
              <a:rPr lang="en-IN" dirty="0"/>
              <a:t>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837C-87A6-C3FE-D4C6-BF936926E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Replit</a:t>
            </a:r>
            <a:r>
              <a:rPr lang="en-US" b="1" dirty="0"/>
              <a:t> Agent?</a:t>
            </a:r>
          </a:p>
          <a:p>
            <a:r>
              <a:rPr lang="en-US" dirty="0"/>
              <a:t>AI-powered cloud development assistant.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Prompt-driven coding </a:t>
            </a:r>
          </a:p>
          <a:p>
            <a:r>
              <a:rPr lang="en-US" dirty="0"/>
              <a:t>Instant deployments </a:t>
            </a:r>
          </a:p>
          <a:p>
            <a:r>
              <a:rPr lang="en-US" dirty="0"/>
              <a:t>Dependency management </a:t>
            </a:r>
          </a:p>
          <a:p>
            <a:r>
              <a:rPr lang="en-US" dirty="0"/>
              <a:t>Team collaboration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No local setup </a:t>
            </a:r>
          </a:p>
          <a:p>
            <a:r>
              <a:rPr lang="en-US" dirty="0"/>
              <a:t>Rapid experimentation </a:t>
            </a:r>
          </a:p>
          <a:p>
            <a:r>
              <a:rPr lang="en-US" dirty="0"/>
              <a:t>Quick demos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629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v0.dev for React Data 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 is v0.dev?</a:t>
            </a:r>
          </a:p>
          <a:p>
            <a:r>
              <a:rPr lang="en-IN" dirty="0"/>
              <a:t>AI-powered React UI generator by </a:t>
            </a:r>
            <a:r>
              <a:rPr lang="en-IN" dirty="0" err="1"/>
              <a:t>Vercel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Capabilities</a:t>
            </a:r>
          </a:p>
          <a:p>
            <a:r>
              <a:rPr lang="en-IN" dirty="0"/>
              <a:t>Generate React components </a:t>
            </a:r>
          </a:p>
          <a:p>
            <a:r>
              <a:rPr lang="en-IN" dirty="0"/>
              <a:t>Tailwind CSS support </a:t>
            </a:r>
          </a:p>
          <a:p>
            <a:r>
              <a:rPr lang="en-IN" dirty="0"/>
              <a:t>Dashboard UI generation </a:t>
            </a:r>
          </a:p>
          <a:p>
            <a:r>
              <a:rPr lang="en-IN" dirty="0"/>
              <a:t>Responsive layouts </a:t>
            </a:r>
          </a:p>
          <a:p>
            <a:r>
              <a:rPr lang="en-IN" b="1" dirty="0"/>
              <a:t>Use Cases</a:t>
            </a:r>
          </a:p>
          <a:p>
            <a:r>
              <a:rPr lang="en-IN" dirty="0"/>
              <a:t>Data engineering portals </a:t>
            </a:r>
          </a:p>
          <a:p>
            <a:r>
              <a:rPr lang="en-IN" dirty="0"/>
              <a:t>Admin dashboards </a:t>
            </a:r>
          </a:p>
          <a:p>
            <a:r>
              <a:rPr lang="en-IN" dirty="0"/>
              <a:t>KPI interfaces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EC47-D971-6E49-8C89-4990A708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Coding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1A05F-FC3F-4A74-1D5D-1DD88DB5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85950"/>
            <a:ext cx="7290055" cy="481965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Recommended Practices</a:t>
            </a:r>
          </a:p>
          <a:p>
            <a:r>
              <a:rPr lang="en-IN" b="1" dirty="0"/>
              <a:t>Validate Everything</a:t>
            </a:r>
          </a:p>
          <a:p>
            <a:r>
              <a:rPr lang="en-IN" dirty="0"/>
              <a:t>Never trust generated code blindly.</a:t>
            </a:r>
          </a:p>
          <a:p>
            <a:r>
              <a:rPr lang="en-IN" b="1" dirty="0"/>
              <a:t>Refactor AI Code</a:t>
            </a:r>
          </a:p>
          <a:p>
            <a:r>
              <a:rPr lang="en-IN" dirty="0"/>
              <a:t>Improve:</a:t>
            </a:r>
          </a:p>
          <a:p>
            <a:r>
              <a:rPr lang="en-IN" dirty="0"/>
              <a:t>Readability </a:t>
            </a:r>
          </a:p>
          <a:p>
            <a:r>
              <a:rPr lang="en-IN" dirty="0"/>
              <a:t>Performance </a:t>
            </a:r>
          </a:p>
          <a:p>
            <a:r>
              <a:rPr lang="en-IN" dirty="0"/>
              <a:t>Maintainability </a:t>
            </a:r>
          </a:p>
          <a:p>
            <a:r>
              <a:rPr lang="en-IN" b="1" dirty="0"/>
              <a:t>Maintain Prompt History</a:t>
            </a:r>
          </a:p>
          <a:p>
            <a:r>
              <a:rPr lang="en-IN" dirty="0"/>
              <a:t>Track prompts for reproducibility.</a:t>
            </a:r>
          </a:p>
          <a:p>
            <a:r>
              <a:rPr lang="en-IN" b="1" dirty="0"/>
              <a:t>Use Version Control</a:t>
            </a:r>
          </a:p>
          <a:p>
            <a:r>
              <a:rPr lang="en-IN" dirty="0"/>
              <a:t>Always commit generated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305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AI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High-Risk Scenarios</a:t>
            </a:r>
          </a:p>
          <a:p>
            <a:r>
              <a:rPr lang="en-IN" b="1" dirty="0"/>
              <a:t>Security-Critical Systems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Banking transactions </a:t>
            </a:r>
          </a:p>
          <a:p>
            <a:r>
              <a:rPr lang="en-IN" dirty="0"/>
              <a:t>Healthcare systems </a:t>
            </a:r>
          </a:p>
          <a:p>
            <a:r>
              <a:rPr lang="en-IN" b="1" dirty="0"/>
              <a:t>Compliance-Sensitive Logic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HIPAA </a:t>
            </a:r>
          </a:p>
          <a:p>
            <a:r>
              <a:rPr lang="en-IN" dirty="0"/>
              <a:t>PCI-DSS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Highly Optimized Systems</a:t>
            </a:r>
          </a:p>
          <a:p>
            <a:r>
              <a:rPr lang="en-IN" dirty="0"/>
              <a:t>AI may generate inefficient logic.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74B1-2832-7D7D-BC07-F152AD0B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Risks of AI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0F23-C637-AB64-1E06-220F65BA1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Risks</a:t>
            </a:r>
          </a:p>
          <a:p>
            <a:r>
              <a:rPr lang="en-US" dirty="0"/>
              <a:t>Hallucinated APIs </a:t>
            </a:r>
          </a:p>
          <a:p>
            <a:r>
              <a:rPr lang="en-US" dirty="0"/>
              <a:t>Incorrect logic </a:t>
            </a:r>
          </a:p>
          <a:p>
            <a:r>
              <a:rPr lang="en-US" dirty="0"/>
              <a:t>Security vulnerabilities </a:t>
            </a:r>
          </a:p>
          <a:p>
            <a:r>
              <a:rPr lang="en-US" dirty="0"/>
              <a:t>Poor scalability </a:t>
            </a:r>
          </a:p>
          <a:p>
            <a:r>
              <a:rPr lang="en-US" dirty="0"/>
              <a:t>Dependency issues </a:t>
            </a:r>
          </a:p>
          <a:p>
            <a:r>
              <a:rPr lang="en-US" b="1" dirty="0"/>
              <a:t>Human Responsibility</a:t>
            </a:r>
          </a:p>
          <a:p>
            <a:r>
              <a:rPr lang="en-US" dirty="0"/>
              <a:t>AI assists developers.</a:t>
            </a:r>
            <a:br>
              <a:rPr lang="en-US" dirty="0"/>
            </a:br>
            <a:r>
              <a:rPr lang="en-US" dirty="0"/>
              <a:t>Humans remain accountable.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273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Peer Review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Why Peer Review Matters</a:t>
            </a:r>
          </a:p>
          <a:p>
            <a:r>
              <a:rPr lang="en-US" dirty="0"/>
              <a:t>Peer reviews improve:</a:t>
            </a:r>
          </a:p>
          <a:p>
            <a:r>
              <a:rPr lang="en-US" dirty="0"/>
              <a:t>Code quality </a:t>
            </a:r>
          </a:p>
          <a:p>
            <a:r>
              <a:rPr lang="en-US" dirty="0"/>
              <a:t>Security </a:t>
            </a:r>
          </a:p>
          <a:p>
            <a:r>
              <a:rPr lang="en-US" dirty="0"/>
              <a:t>Readability </a:t>
            </a:r>
          </a:p>
          <a:p>
            <a:r>
              <a:rPr lang="en-US" dirty="0"/>
              <a:t>Collaboration </a:t>
            </a:r>
          </a:p>
          <a:p>
            <a:r>
              <a:rPr lang="en-US" b="1" dirty="0"/>
              <a:t>Review Goals</a:t>
            </a:r>
          </a:p>
          <a:p>
            <a:r>
              <a:rPr lang="en-US" dirty="0"/>
              <a:t>Identify defects </a:t>
            </a:r>
          </a:p>
          <a:p>
            <a:r>
              <a:rPr lang="en-US" dirty="0"/>
              <a:t>Improve maintainability </a:t>
            </a:r>
          </a:p>
          <a:p>
            <a:r>
              <a:rPr lang="en-US" dirty="0"/>
              <a:t>Share knowledge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F2C7-6875-45EF-2695-8E06FFB5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Peer Review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FEF6-1E8E-DFA8-2E2F-C8EC036BF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Review Process</a:t>
            </a:r>
          </a:p>
          <a:p>
            <a:r>
              <a:rPr lang="en-IN" dirty="0"/>
              <a:t>Developer Creates PR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Peer Reviews Code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Comments &amp; Suggestions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Code Improvements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Approval &amp; Merge</a:t>
            </a:r>
          </a:p>
          <a:p>
            <a:r>
              <a:rPr lang="en-US" b="1" dirty="0"/>
              <a:t>Tools</a:t>
            </a:r>
          </a:p>
          <a:p>
            <a:r>
              <a:rPr lang="en-US" dirty="0"/>
              <a:t>GitHub PRs </a:t>
            </a:r>
          </a:p>
          <a:p>
            <a:r>
              <a:rPr lang="en-US" dirty="0"/>
              <a:t>GitLab MR </a:t>
            </a:r>
          </a:p>
          <a:p>
            <a:r>
              <a:rPr lang="en-US" dirty="0"/>
              <a:t>Azure DevOps Reviews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658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EAEC-0100-BCD1-A663-9B16531D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Peer Review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FDEB4-C0C4-EBC4-E402-83BA79C49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Technical Checklist</a:t>
            </a:r>
          </a:p>
          <a:p>
            <a:r>
              <a:rPr lang="en-IN" b="1" dirty="0"/>
              <a:t>Code Quality</a:t>
            </a:r>
          </a:p>
          <a:p>
            <a:pPr lvl="1"/>
            <a:r>
              <a:rPr lang="en-IN" dirty="0"/>
              <a:t>Readability </a:t>
            </a:r>
          </a:p>
          <a:p>
            <a:pPr lvl="1"/>
            <a:r>
              <a:rPr lang="en-IN" dirty="0"/>
              <a:t>Naming conventions </a:t>
            </a:r>
          </a:p>
          <a:p>
            <a:r>
              <a:rPr lang="en-IN" b="1" dirty="0"/>
              <a:t>Security</a:t>
            </a:r>
          </a:p>
          <a:p>
            <a:pPr lvl="1"/>
            <a:r>
              <a:rPr lang="en-IN" dirty="0"/>
              <a:t>Secret exposure </a:t>
            </a:r>
          </a:p>
          <a:p>
            <a:pPr lvl="1"/>
            <a:r>
              <a:rPr lang="en-IN" dirty="0"/>
              <a:t>Authentication checks </a:t>
            </a:r>
          </a:p>
          <a:p>
            <a:r>
              <a:rPr lang="en-IN" b="1" dirty="0"/>
              <a:t>Performance</a:t>
            </a:r>
          </a:p>
          <a:p>
            <a:pPr lvl="1"/>
            <a:r>
              <a:rPr lang="en-IN" dirty="0"/>
              <a:t>Query optimization </a:t>
            </a:r>
          </a:p>
          <a:p>
            <a:pPr lvl="1"/>
            <a:r>
              <a:rPr lang="en-IN" dirty="0"/>
              <a:t>API efficiency </a:t>
            </a:r>
          </a:p>
          <a:p>
            <a:r>
              <a:rPr lang="en-IN" b="1" dirty="0"/>
              <a:t>Testing</a:t>
            </a:r>
          </a:p>
          <a:p>
            <a:pPr lvl="1"/>
            <a:r>
              <a:rPr lang="en-IN" dirty="0"/>
              <a:t>Unit tests </a:t>
            </a:r>
          </a:p>
          <a:p>
            <a:pPr lvl="1"/>
            <a:r>
              <a:rPr lang="en-IN" dirty="0"/>
              <a:t>Integration tests </a:t>
            </a:r>
          </a:p>
          <a:p>
            <a:r>
              <a:rPr lang="en-IN" b="1" dirty="0"/>
              <a:t>Documentation</a:t>
            </a:r>
          </a:p>
          <a:p>
            <a:pPr lvl="1"/>
            <a:r>
              <a:rPr lang="en-IN" dirty="0"/>
              <a:t>README updates </a:t>
            </a:r>
          </a:p>
          <a:p>
            <a:pPr lvl="1"/>
            <a:r>
              <a:rPr lang="en-IN" dirty="0"/>
              <a:t>API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120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Health Dashboard Demo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Demo Walkthrough</a:t>
            </a:r>
          </a:p>
          <a:p>
            <a:r>
              <a:rPr lang="en-US" b="1" dirty="0"/>
              <a:t>Step 1</a:t>
            </a:r>
          </a:p>
          <a:p>
            <a:r>
              <a:rPr lang="en-US" dirty="0"/>
              <a:t>Show dashboard overview</a:t>
            </a:r>
          </a:p>
          <a:p>
            <a:r>
              <a:rPr lang="en-US" b="1" dirty="0"/>
              <a:t>Step 2</a:t>
            </a:r>
          </a:p>
          <a:p>
            <a:r>
              <a:rPr lang="en-US" dirty="0"/>
              <a:t>Display pipeline alerts</a:t>
            </a:r>
          </a:p>
          <a:p>
            <a:r>
              <a:rPr lang="en-US" b="1" dirty="0"/>
              <a:t>Step 3</a:t>
            </a:r>
          </a:p>
          <a:p>
            <a:r>
              <a:rPr lang="en-US" dirty="0"/>
              <a:t>Review execution metrics</a:t>
            </a:r>
          </a:p>
          <a:p>
            <a:r>
              <a:rPr lang="en-US" b="1" dirty="0"/>
              <a:t>Step 4</a:t>
            </a:r>
          </a:p>
          <a:p>
            <a:r>
              <a:rPr lang="en-US" dirty="0"/>
              <a:t>Explain AI-generated code</a:t>
            </a:r>
          </a:p>
          <a:p>
            <a:r>
              <a:rPr lang="en-US" b="1" dirty="0"/>
              <a:t>Step 5</a:t>
            </a:r>
          </a:p>
          <a:p>
            <a:r>
              <a:rPr lang="en-US" dirty="0"/>
              <a:t>Conduct peer review discussion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D9A406-F59D-159D-6BF7-299BA52F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429732"/>
              </p:ext>
            </p:extLst>
          </p:nvPr>
        </p:nvGraphicFramePr>
        <p:xfrm>
          <a:off x="768350" y="2390774"/>
          <a:ext cx="7289800" cy="3495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3518560308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1766409433"/>
                    </a:ext>
                  </a:extLst>
                </a:gridCol>
              </a:tblGrid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Platform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7568301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Streamlit Cloud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Quick dashboard hosting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9129448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Docker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Containerized deployment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0465734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Azure App Service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Enterprise hosting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5324747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AWS ECS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Scalable deployments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6175843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Vercel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React UI hosting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151046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6D7E-AA2D-1588-8F6F-698D8CF1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CBD1A-3ED5-F0B9-569D-5703463C9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Development Workflow</a:t>
            </a:r>
          </a:p>
          <a:p>
            <a:r>
              <a:rPr lang="en-IN" dirty="0"/>
              <a:t>Prompt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AI Code Generation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GitHub Repository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Pull Request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Peer Review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Deployment</a:t>
            </a:r>
          </a:p>
          <a:p>
            <a:r>
              <a:rPr lang="en-IN" b="1" dirty="0"/>
              <a:t>Best Practices</a:t>
            </a:r>
          </a:p>
          <a:p>
            <a:r>
              <a:rPr lang="en-IN" dirty="0"/>
              <a:t>Use branches </a:t>
            </a:r>
          </a:p>
          <a:p>
            <a:r>
              <a:rPr lang="en-IN" dirty="0"/>
              <a:t>Require PR approvals </a:t>
            </a:r>
          </a:p>
          <a:p>
            <a:r>
              <a:rPr lang="en-IN" dirty="0"/>
              <a:t>Enable CI/CD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954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720A-D7FA-1E6F-2E05-4D0C96C7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2F6E4-22AD-A3AD-09D4-CCDAA0057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Example Domains</a:t>
            </a:r>
          </a:p>
          <a:p>
            <a:r>
              <a:rPr lang="en-IN" b="1" dirty="0"/>
              <a:t>Retail</a:t>
            </a:r>
          </a:p>
          <a:p>
            <a:r>
              <a:rPr lang="en-IN" dirty="0"/>
              <a:t>Sales monitoring dashboards</a:t>
            </a:r>
          </a:p>
          <a:p>
            <a:r>
              <a:rPr lang="en-IN" b="1" dirty="0"/>
              <a:t>Healthcare</a:t>
            </a:r>
          </a:p>
          <a:p>
            <a:r>
              <a:rPr lang="en-IN" dirty="0"/>
              <a:t>Patient ETL monitoring</a:t>
            </a:r>
          </a:p>
          <a:p>
            <a:r>
              <a:rPr lang="en-IN" b="1" dirty="0"/>
              <a:t>Banking</a:t>
            </a:r>
          </a:p>
          <a:p>
            <a:r>
              <a:rPr lang="en-IN" dirty="0"/>
              <a:t>Fraud detection monitoring</a:t>
            </a:r>
          </a:p>
          <a:p>
            <a:r>
              <a:rPr lang="en-IN" b="1" dirty="0"/>
              <a:t>Telecom</a:t>
            </a:r>
          </a:p>
          <a:p>
            <a:r>
              <a:rPr lang="en-IN" dirty="0"/>
              <a:t>Network analytics dashboards</a:t>
            </a:r>
          </a:p>
          <a:p>
            <a:r>
              <a:rPr lang="en-IN" b="1" dirty="0"/>
              <a:t>Manufacturing</a:t>
            </a:r>
          </a:p>
          <a:p>
            <a:r>
              <a:rPr lang="en-IN" dirty="0"/>
              <a:t>IoT operational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045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</TotalTime>
  <Words>1131</Words>
  <Application>Microsoft Office PowerPoint</Application>
  <PresentationFormat>On-screen Show (4:3)</PresentationFormat>
  <Paragraphs>344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Tw Cen MT</vt:lpstr>
      <vt:lpstr>Tw Cen MT Condensed</vt:lpstr>
      <vt:lpstr>Wingdings 3</vt:lpstr>
      <vt:lpstr>Integral</vt:lpstr>
      <vt:lpstr>Vibe Coding, Rapid Prototyping &amp; Peer Review</vt:lpstr>
      <vt:lpstr>Agenda</vt:lpstr>
      <vt:lpstr>What is Vibe Coding?</vt:lpstr>
      <vt:lpstr>Evolution of Software Development</vt:lpstr>
      <vt:lpstr>Vibe Coding Workflow</vt:lpstr>
      <vt:lpstr>CONTD</vt:lpstr>
      <vt:lpstr>AI Tools for Rapid Prototyping</vt:lpstr>
      <vt:lpstr>Why Rapid Prototyping Matters</vt:lpstr>
      <vt:lpstr>Building Streamlit Dashboards with AI</vt:lpstr>
      <vt:lpstr>Streamlit Architecture</vt:lpstr>
      <vt:lpstr>Rapid Prototyping with Streamlit</vt:lpstr>
      <vt:lpstr>Pipeline Health Dashboard</vt:lpstr>
      <vt:lpstr>Sample AI Prompt for Streamlit</vt:lpstr>
      <vt:lpstr>Streamlit Dashboard Components</vt:lpstr>
      <vt:lpstr>Streamlit Sample Architecture</vt:lpstr>
      <vt:lpstr>FastAPI for Data Engineering APIs</vt:lpstr>
      <vt:lpstr>AI-Assisted FastAPI Development</vt:lpstr>
      <vt:lpstr>FastAPI Endpoint Scaffolding</vt:lpstr>
      <vt:lpstr>FastAPI Endpoint Examples</vt:lpstr>
      <vt:lpstr>Sample AI Prompt for FastAPI</vt:lpstr>
      <vt:lpstr>Lovable.dev &amp; Replit Agent</vt:lpstr>
      <vt:lpstr>Replit Agent</vt:lpstr>
      <vt:lpstr>v0.dev for React Data UIs</vt:lpstr>
      <vt:lpstr>AI Coding Best Practices</vt:lpstr>
      <vt:lpstr>When NOT to Use AI Coding</vt:lpstr>
      <vt:lpstr>Risks of AI Coding</vt:lpstr>
      <vt:lpstr>Peer Review Overview</vt:lpstr>
      <vt:lpstr>Peer Review Workflow</vt:lpstr>
      <vt:lpstr>Peer Review Checklist</vt:lpstr>
      <vt:lpstr>Pipeline Health Dashboard Demo</vt:lpstr>
      <vt:lpstr>Deployment Options</vt:lpstr>
      <vt:lpstr>GitHub Integration</vt:lpstr>
      <vt:lpstr>Real-World 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101</cp:revision>
  <dcterms:created xsi:type="dcterms:W3CDTF">2013-01-27T09:14:16Z</dcterms:created>
  <dcterms:modified xsi:type="dcterms:W3CDTF">2026-05-07T05:06:57Z</dcterms:modified>
  <cp:category/>
</cp:coreProperties>
</file>